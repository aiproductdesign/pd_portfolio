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7" r:id="rId4"/>
    <p:sldMasterId id="2147484114" r:id="rId5"/>
  </p:sldMasterIdLst>
  <p:handoutMasterIdLst>
    <p:handoutMasterId r:id="rId21"/>
  </p:handout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2" r:id="rId20"/>
  </p:sldIdLst>
  <p:sldSz cx="12192000" cy="6858000"/>
  <p:notesSz cx="6805613" cy="9944100"/>
  <p:defaultTextStyle>
    <a:defPPr>
      <a:defRPr lang="nl-B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60958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12191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82875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243833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3047924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3657509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4267093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4876678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196">
          <p15:clr>
            <a:srgbClr val="A4A3A4"/>
          </p15:clr>
        </p15:guide>
        <p15:guide id="2" orient="horz" pos="3127">
          <p15:clr>
            <a:srgbClr val="A4A3A4"/>
          </p15:clr>
        </p15:guide>
        <p15:guide id="3" pos="197">
          <p15:clr>
            <a:srgbClr val="A4A3A4"/>
          </p15:clr>
        </p15:guide>
        <p15:guide id="4" pos="2144">
          <p15:clr>
            <a:srgbClr val="A4A3A4"/>
          </p15:clr>
        </p15:guide>
        <p15:guide id="5" pos="409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504B53-8E43-4D1A-8F90-6797258E58B8}" v="1" dt="2021-02-15T13:44:35.9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4" autoAdjust="0"/>
    <p:restoredTop sz="95182" autoAdjust="0"/>
  </p:normalViewPr>
  <p:slideViewPr>
    <p:cSldViewPr snapToGrid="0" snapToObjects="1" showGuides="1">
      <p:cViewPr varScale="1">
        <p:scale>
          <a:sx n="78" d="100"/>
          <a:sy n="78" d="100"/>
        </p:scale>
        <p:origin x="94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77" d="100"/>
          <a:sy n="77" d="100"/>
        </p:scale>
        <p:origin x="4002" y="108"/>
      </p:cViewPr>
      <p:guideLst>
        <p:guide orient="horz" pos="196"/>
        <p:guide orient="horz" pos="3127"/>
        <p:guide pos="197"/>
        <p:guide pos="2144"/>
        <p:guide pos="409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e Mediacomm" userId="1f552bf8075fe0d8" providerId="LiveId" clId="{84504B53-8E43-4D1A-8F90-6797258E58B8}"/>
    <pc:docChg chg="custSel modSld modMainMaster">
      <pc:chgData name="Anne Mediacomm" userId="1f552bf8075fe0d8" providerId="LiveId" clId="{84504B53-8E43-4D1A-8F90-6797258E58B8}" dt="2021-02-15T13:45:13.707" v="11"/>
      <pc:docMkLst>
        <pc:docMk/>
      </pc:docMkLst>
      <pc:sldChg chg="addSp delSp modSp mod">
        <pc:chgData name="Anne Mediacomm" userId="1f552bf8075fe0d8" providerId="LiveId" clId="{84504B53-8E43-4D1A-8F90-6797258E58B8}" dt="2021-02-15T13:45:13.707" v="11"/>
        <pc:sldMkLst>
          <pc:docMk/>
          <pc:sldMk cId="557475416" sldId="261"/>
        </pc:sldMkLst>
        <pc:picChg chg="del">
          <ac:chgData name="Anne Mediacomm" userId="1f552bf8075fe0d8" providerId="LiveId" clId="{84504B53-8E43-4D1A-8F90-6797258E58B8}" dt="2021-02-15T13:45:12.817" v="10" actId="478"/>
          <ac:picMkLst>
            <pc:docMk/>
            <pc:sldMk cId="557475416" sldId="261"/>
            <ac:picMk id="7" creationId="{7EB061BF-860E-4A95-9E69-E8CA6BD36BA3}"/>
          </ac:picMkLst>
        </pc:picChg>
        <pc:picChg chg="add mod">
          <ac:chgData name="Anne Mediacomm" userId="1f552bf8075fe0d8" providerId="LiveId" clId="{84504B53-8E43-4D1A-8F90-6797258E58B8}" dt="2021-02-15T13:45:13.707" v="11"/>
          <ac:picMkLst>
            <pc:docMk/>
            <pc:sldMk cId="557475416" sldId="261"/>
            <ac:picMk id="8" creationId="{566F8357-98A3-402B-B4CF-A54BC1105769}"/>
          </ac:picMkLst>
        </pc:picChg>
      </pc:sldChg>
      <pc:sldMasterChg chg="addSp delSp modSp mod">
        <pc:chgData name="Anne Mediacomm" userId="1f552bf8075fe0d8" providerId="LiveId" clId="{84504B53-8E43-4D1A-8F90-6797258E58B8}" dt="2021-02-15T13:44:50.229" v="3"/>
        <pc:sldMasterMkLst>
          <pc:docMk/>
          <pc:sldMasterMk cId="0" sldId="2147483777"/>
        </pc:sldMasterMkLst>
        <pc:picChg chg="del">
          <ac:chgData name="Anne Mediacomm" userId="1f552bf8075fe0d8" providerId="LiveId" clId="{84504B53-8E43-4D1A-8F90-6797258E58B8}" dt="2021-02-15T13:44:49.240" v="2" actId="478"/>
          <ac:picMkLst>
            <pc:docMk/>
            <pc:sldMasterMk cId="0" sldId="2147483777"/>
            <ac:picMk id="6" creationId="{9418434F-22ED-40C9-A7AF-92C2B34BD879}"/>
          </ac:picMkLst>
        </pc:picChg>
        <pc:picChg chg="add mod">
          <ac:chgData name="Anne Mediacomm" userId="1f552bf8075fe0d8" providerId="LiveId" clId="{84504B53-8E43-4D1A-8F90-6797258E58B8}" dt="2021-02-15T13:44:50.229" v="3"/>
          <ac:picMkLst>
            <pc:docMk/>
            <pc:sldMasterMk cId="0" sldId="2147483777"/>
            <ac:picMk id="10" creationId="{8C574921-7430-4FED-B663-D7A62A7FEB8F}"/>
          </ac:picMkLst>
        </pc:picChg>
      </pc:sldMasterChg>
      <pc:sldMasterChg chg="modSldLayout">
        <pc:chgData name="Anne Mediacomm" userId="1f552bf8075fe0d8" providerId="LiveId" clId="{84504B53-8E43-4D1A-8F90-6797258E58B8}" dt="2021-02-15T13:45:00.934" v="9"/>
        <pc:sldMasterMkLst>
          <pc:docMk/>
          <pc:sldMasterMk cId="1811548678" sldId="2147484114"/>
        </pc:sldMasterMkLst>
        <pc:sldLayoutChg chg="addSp delSp modSp mod">
          <pc:chgData name="Anne Mediacomm" userId="1f552bf8075fe0d8" providerId="LiveId" clId="{84504B53-8E43-4D1A-8F90-6797258E58B8}" dt="2021-02-15T13:44:35.952" v="1"/>
          <pc:sldLayoutMkLst>
            <pc:docMk/>
            <pc:sldMasterMk cId="1811548678" sldId="2147484114"/>
            <pc:sldLayoutMk cId="381238430" sldId="2147483648"/>
          </pc:sldLayoutMkLst>
          <pc:picChg chg="del">
            <ac:chgData name="Anne Mediacomm" userId="1f552bf8075fe0d8" providerId="LiveId" clId="{84504B53-8E43-4D1A-8F90-6797258E58B8}" dt="2021-02-15T13:44:35.143" v="0" actId="478"/>
            <ac:picMkLst>
              <pc:docMk/>
              <pc:sldMasterMk cId="1811548678" sldId="2147484114"/>
              <pc:sldLayoutMk cId="381238430" sldId="2147483648"/>
              <ac:picMk id="6" creationId="{429F2F62-AB9D-4857-8641-AA23D6C4A3AB}"/>
            </ac:picMkLst>
          </pc:picChg>
          <pc:picChg chg="add mod">
            <ac:chgData name="Anne Mediacomm" userId="1f552bf8075fe0d8" providerId="LiveId" clId="{84504B53-8E43-4D1A-8F90-6797258E58B8}" dt="2021-02-15T13:44:35.952" v="1"/>
            <ac:picMkLst>
              <pc:docMk/>
              <pc:sldMasterMk cId="1811548678" sldId="2147484114"/>
              <pc:sldLayoutMk cId="381238430" sldId="2147483648"/>
              <ac:picMk id="8" creationId="{82B1AFBB-8611-406C-B644-C8D84DC8C796}"/>
            </ac:picMkLst>
          </pc:picChg>
        </pc:sldLayoutChg>
        <pc:sldLayoutChg chg="addSp delSp modSp mod">
          <pc:chgData name="Anne Mediacomm" userId="1f552bf8075fe0d8" providerId="LiveId" clId="{84504B53-8E43-4D1A-8F90-6797258E58B8}" dt="2021-02-15T13:44:55.714" v="5"/>
          <pc:sldLayoutMkLst>
            <pc:docMk/>
            <pc:sldMasterMk cId="1811548678" sldId="2147484114"/>
            <pc:sldLayoutMk cId="3523788952" sldId="2147483649"/>
          </pc:sldLayoutMkLst>
          <pc:picChg chg="del">
            <ac:chgData name="Anne Mediacomm" userId="1f552bf8075fe0d8" providerId="LiveId" clId="{84504B53-8E43-4D1A-8F90-6797258E58B8}" dt="2021-02-15T13:44:54.709" v="4" actId="478"/>
            <ac:picMkLst>
              <pc:docMk/>
              <pc:sldMasterMk cId="1811548678" sldId="2147484114"/>
              <pc:sldLayoutMk cId="3523788952" sldId="2147483649"/>
              <ac:picMk id="8" creationId="{A9DF5847-C632-4E3B-92D0-B0E30405BA64}"/>
            </ac:picMkLst>
          </pc:picChg>
          <pc:picChg chg="add mod">
            <ac:chgData name="Anne Mediacomm" userId="1f552bf8075fe0d8" providerId="LiveId" clId="{84504B53-8E43-4D1A-8F90-6797258E58B8}" dt="2021-02-15T13:44:55.714" v="5"/>
            <ac:picMkLst>
              <pc:docMk/>
              <pc:sldMasterMk cId="1811548678" sldId="2147484114"/>
              <pc:sldLayoutMk cId="3523788952" sldId="2147483649"/>
              <ac:picMk id="9" creationId="{6675F589-212B-4BC0-9B09-0E4F2555B8A2}"/>
            </ac:picMkLst>
          </pc:picChg>
        </pc:sldLayoutChg>
        <pc:sldLayoutChg chg="addSp delSp modSp mod">
          <pc:chgData name="Anne Mediacomm" userId="1f552bf8075fe0d8" providerId="LiveId" clId="{84504B53-8E43-4D1A-8F90-6797258E58B8}" dt="2021-02-15T13:44:58.353" v="7"/>
          <pc:sldLayoutMkLst>
            <pc:docMk/>
            <pc:sldMasterMk cId="1811548678" sldId="2147484114"/>
            <pc:sldLayoutMk cId="4196090107" sldId="2147483651"/>
          </pc:sldLayoutMkLst>
          <pc:picChg chg="del">
            <ac:chgData name="Anne Mediacomm" userId="1f552bf8075fe0d8" providerId="LiveId" clId="{84504B53-8E43-4D1A-8F90-6797258E58B8}" dt="2021-02-15T13:44:57.468" v="6" actId="478"/>
            <ac:picMkLst>
              <pc:docMk/>
              <pc:sldMasterMk cId="1811548678" sldId="2147484114"/>
              <pc:sldLayoutMk cId="4196090107" sldId="2147483651"/>
              <ac:picMk id="4" creationId="{F1130C6C-2987-4D92-A5F3-BD3F8B52F059}"/>
            </ac:picMkLst>
          </pc:picChg>
          <pc:picChg chg="add mod">
            <ac:chgData name="Anne Mediacomm" userId="1f552bf8075fe0d8" providerId="LiveId" clId="{84504B53-8E43-4D1A-8F90-6797258E58B8}" dt="2021-02-15T13:44:58.353" v="7"/>
            <ac:picMkLst>
              <pc:docMk/>
              <pc:sldMasterMk cId="1811548678" sldId="2147484114"/>
              <pc:sldLayoutMk cId="4196090107" sldId="2147483651"/>
              <ac:picMk id="6" creationId="{B4411BE3-BC21-44FA-ADD6-646385427A7F}"/>
            </ac:picMkLst>
          </pc:picChg>
        </pc:sldLayoutChg>
        <pc:sldLayoutChg chg="addSp delSp modSp mod">
          <pc:chgData name="Anne Mediacomm" userId="1f552bf8075fe0d8" providerId="LiveId" clId="{84504B53-8E43-4D1A-8F90-6797258E58B8}" dt="2021-02-15T13:45:00.934" v="9"/>
          <pc:sldLayoutMkLst>
            <pc:docMk/>
            <pc:sldMasterMk cId="1811548678" sldId="2147484114"/>
            <pc:sldLayoutMk cId="2810974587" sldId="2147483653"/>
          </pc:sldLayoutMkLst>
          <pc:picChg chg="del">
            <ac:chgData name="Anne Mediacomm" userId="1f552bf8075fe0d8" providerId="LiveId" clId="{84504B53-8E43-4D1A-8F90-6797258E58B8}" dt="2021-02-15T13:45:00.142" v="8" actId="478"/>
            <ac:picMkLst>
              <pc:docMk/>
              <pc:sldMasterMk cId="1811548678" sldId="2147484114"/>
              <pc:sldLayoutMk cId="2810974587" sldId="2147483653"/>
              <ac:picMk id="6" creationId="{49E83B9B-8738-4FF9-BEC5-BE327789F867}"/>
            </ac:picMkLst>
          </pc:picChg>
          <pc:picChg chg="add mod">
            <ac:chgData name="Anne Mediacomm" userId="1f552bf8075fe0d8" providerId="LiveId" clId="{84504B53-8E43-4D1A-8F90-6797258E58B8}" dt="2021-02-15T13:45:00.934" v="9"/>
            <ac:picMkLst>
              <pc:docMk/>
              <pc:sldMasterMk cId="1811548678" sldId="2147484114"/>
              <pc:sldLayoutMk cId="2810974587" sldId="2147483653"/>
              <ac:picMk id="8" creationId="{51C41015-089C-457F-AD24-94D8178F1E3F}"/>
            </ac:picMkLst>
          </pc:pic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ITC Officina Sans Std Book" panose="020B0506040203020204" pitchFamily="34" charset="77"/>
                <a:ea typeface="+mn-ea"/>
                <a:cs typeface="+mn-cs"/>
              </a:defRPr>
            </a:pPr>
            <a:r>
              <a:rPr lang="en-GB" b="1" i="0" dirty="0">
                <a:latin typeface="Calibri" panose="020F0502020204030204" pitchFamily="34" charset="0"/>
                <a:cs typeface="Calibri" panose="020F0502020204030204" pitchFamily="34" charset="0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ITC Officina Sans Std Book" panose="020B0506040203020204" pitchFamily="34" charset="77"/>
              <a:ea typeface="+mn-ea"/>
              <a:cs typeface="+mn-cs"/>
            </a:defRPr>
          </a:pPr>
          <a:endParaRPr lang="nl-B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Reeks 1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nl-B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Categorie 1</c:v>
                </c:pt>
                <c:pt idx="1">
                  <c:v>Categorie 2</c:v>
                </c:pt>
                <c:pt idx="2">
                  <c:v>Categorie 3</c:v>
                </c:pt>
                <c:pt idx="3">
                  <c:v>Categorie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0B-8D40-B476-6D003D580394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Reeks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nl-B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Categorie 1</c:v>
                </c:pt>
                <c:pt idx="1">
                  <c:v>Categorie 2</c:v>
                </c:pt>
                <c:pt idx="2">
                  <c:v>Categorie 3</c:v>
                </c:pt>
                <c:pt idx="3">
                  <c:v>Categorie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0B-8D40-B476-6D003D580394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Reeks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nl-B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Categorie 1</c:v>
                </c:pt>
                <c:pt idx="1">
                  <c:v>Categorie 2</c:v>
                </c:pt>
                <c:pt idx="2">
                  <c:v>Categorie 3</c:v>
                </c:pt>
                <c:pt idx="3">
                  <c:v>Categorie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0B-8D40-B476-6D003D58039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26507472"/>
        <c:axId val="526285407"/>
      </c:barChart>
      <c:catAx>
        <c:axId val="2026507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ITC Officina Sans Std Book" panose="020B0506040203020204" pitchFamily="34" charset="77"/>
                <a:ea typeface="+mn-ea"/>
                <a:cs typeface="+mn-cs"/>
              </a:defRPr>
            </a:pPr>
            <a:endParaRPr lang="nl-BE"/>
          </a:p>
        </c:txPr>
        <c:crossAx val="526285407"/>
        <c:crosses val="autoZero"/>
        <c:auto val="1"/>
        <c:lblAlgn val="ctr"/>
        <c:lblOffset val="100"/>
        <c:noMultiLvlLbl val="0"/>
      </c:catAx>
      <c:valAx>
        <c:axId val="526285407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bg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ITC Officina Sans Std Book" panose="020B0506040203020204" pitchFamily="34" charset="77"/>
                <a:ea typeface="+mn-ea"/>
                <a:cs typeface="+mn-cs"/>
              </a:defRPr>
            </a:pPr>
            <a:endParaRPr lang="nl-BE"/>
          </a:p>
        </c:txPr>
        <c:crossAx val="2026507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nl-BE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nl-BE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ITC Officina Sans Std Book" panose="020B0506040203020204" pitchFamily="34" charset="77"/>
              <a:ea typeface="+mn-ea"/>
              <a:cs typeface="+mn-cs"/>
            </a:defRPr>
          </a:pPr>
          <a:endParaRPr lang="nl-B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aseline="0">
          <a:latin typeface="ITC Officina Sans Std Book" panose="020B0506040203020204" pitchFamily="34" charset="77"/>
        </a:defRPr>
      </a:pPr>
      <a:endParaRPr lang="nl-B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4EC89A-8498-441E-A705-4E0E261083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CB9ED-52FF-4EDC-8F73-99D3D4C4A1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78217-1FF1-486F-939C-F95D5F0C63B5}" type="datetimeFigureOut">
              <a:rPr lang="nl-BE" smtClean="0"/>
              <a:t>15/02/2021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35A71-3405-48AD-A145-8906E0D79A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B32E7-E577-43E5-A8E6-C8CB2EF8D9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9150-F1AF-45D0-BA53-960653C49DC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230735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only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A766-FA6C-4E42-BAD1-58E378599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noProof="0"/>
              <a:t>Klik om de stijl van de titel te bewerken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1DCFB5-39F0-E04F-B592-B890194C0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5A4F71-3F20-42EB-95C9-52E7339E42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1516380"/>
            <a:ext cx="10944225" cy="4720907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nl-BE" noProof="0" dirty="0"/>
              <a:t>Eerste niveau</a:t>
            </a:r>
          </a:p>
          <a:p>
            <a:pPr lvl="1"/>
            <a:r>
              <a:rPr lang="nl-BE" noProof="0" dirty="0"/>
              <a:t>Tweede niveau</a:t>
            </a:r>
          </a:p>
          <a:p>
            <a:pPr lvl="2"/>
            <a:r>
              <a:rPr lang="nl-BE" noProof="0" dirty="0"/>
              <a:t>Derde niveau</a:t>
            </a:r>
          </a:p>
        </p:txBody>
      </p:sp>
    </p:spTree>
    <p:extLst>
      <p:ext uri="{BB962C8B-B14F-4D97-AF65-F5344CB8AC3E}">
        <p14:creationId xmlns:p14="http://schemas.microsoft.com/office/powerpoint/2010/main" val="188563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imag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B9851-093E-A241-B582-F0998CFFFE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041CBA9C-BD5E-424C-93BC-60164869E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4313" y="620713"/>
            <a:ext cx="5003800" cy="1385085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Klik om stijl te bewerken</a:t>
            </a:r>
          </a:p>
        </p:txBody>
      </p:sp>
      <p:sp>
        <p:nvSpPr>
          <p:cNvPr id="9" name="Picture Placeholder 32">
            <a:extLst>
              <a:ext uri="{FF2B5EF4-FFF2-40B4-BE49-F238E27FC236}">
                <a16:creationId xmlns:a16="http://schemas.microsoft.com/office/drawing/2014/main" id="{971C9B50-FEE3-1047-A14B-9C8C2F5D606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noProof="0"/>
              <a:t>Klik op het pictogram om een afbeelding toe te voegen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0C433-47C4-4D3D-A245-AA41DF75B6E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564313" y="2271713"/>
            <a:ext cx="5004000" cy="396557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nl-BE" noProof="0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17914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image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B12DC5D2-C15B-384E-ACE3-F0E40CA5B4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9850" y="3790950"/>
            <a:ext cx="4679950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Voornaam Naam</a:t>
            </a:r>
          </a:p>
        </p:txBody>
      </p:sp>
      <p:sp>
        <p:nvSpPr>
          <p:cNvPr id="6" name="Tijdelijke aanduiding voor dianummer 3">
            <a:extLst>
              <a:ext uri="{FF2B5EF4-FFF2-40B4-BE49-F238E27FC236}">
                <a16:creationId xmlns:a16="http://schemas.microsoft.com/office/drawing/2014/main" id="{00FD63E4-7A1F-3F45-BEA4-5214676296E8}"/>
              </a:ext>
            </a:extLst>
          </p:cNvPr>
          <p:cNvSpPr txBox="1">
            <a:spLocks/>
          </p:cNvSpPr>
          <p:nvPr userDrawn="1"/>
        </p:nvSpPr>
        <p:spPr>
          <a:xfrm>
            <a:off x="8923493" y="63391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2"/>
                </a:solidFill>
                <a:latin typeface="ITC Officina Sans Std Book" panose="020B0506040203020204" pitchFamily="34" charset="77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9pPr>
          </a:lstStyle>
          <a:p>
            <a:fld id="{E038E271-308C-2E46-A3EC-56326F9084CC}" type="slidenum">
              <a:rPr lang="nl-BE" b="0" i="0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‹#›</a:t>
            </a:fld>
            <a:endParaRPr lang="nl-BE" b="0" i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8C578B-3D4D-A146-A851-282B51A240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550988"/>
            <a:ext cx="5148263" cy="2009775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40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Tx/>
              <a:buNone/>
              <a:defRPr b="1" i="0">
                <a:latin typeface="ITC Officina Sans Std Book" panose="020B0506040203020204" pitchFamily="34" charset="77"/>
              </a:defRPr>
            </a:lvl2pPr>
            <a:lvl3pPr>
              <a:buFontTx/>
              <a:buNone/>
              <a:defRPr b="1" i="0">
                <a:latin typeface="ITC Officina Sans Std Book" panose="020B0506040203020204" pitchFamily="34" charset="77"/>
              </a:defRPr>
            </a:lvl3pPr>
            <a:lvl4pPr>
              <a:buFontTx/>
              <a:buNone/>
              <a:defRPr b="1" i="0">
                <a:latin typeface="ITC Officina Sans Std Book" panose="020B0506040203020204" pitchFamily="34" charset="77"/>
              </a:defRPr>
            </a:lvl4pPr>
            <a:lvl5pPr>
              <a:buFontTx/>
              <a:buNone/>
              <a:defRPr b="1" i="0"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nl-BE" noProof="0"/>
              <a:t>Quote</a:t>
            </a:r>
          </a:p>
        </p:txBody>
      </p:sp>
      <p:sp>
        <p:nvSpPr>
          <p:cNvPr id="8" name="Picture Placeholder 32">
            <a:extLst>
              <a:ext uri="{FF2B5EF4-FFF2-40B4-BE49-F238E27FC236}">
                <a16:creationId xmlns:a16="http://schemas.microsoft.com/office/drawing/2014/main" id="{EC1F9A97-4534-9843-B646-D059D7C6C13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noProof="0"/>
              <a:t>Klik op het pictogram om een afbeelding toe te voegen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5BB1C7-FC5A-B946-BB68-C1CE13FA7270}"/>
              </a:ext>
            </a:extLst>
          </p:cNvPr>
          <p:cNvSpPr txBox="1"/>
          <p:nvPr userDrawn="1"/>
        </p:nvSpPr>
        <p:spPr>
          <a:xfrm>
            <a:off x="7758545" y="193963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nl-BE" sz="1600" b="0" i="0" noProof="0">
              <a:latin typeface="ITC Officina Sans Std Book" panose="020B0506040203020204" pitchFamily="34" charset="77"/>
            </a:endParaRPr>
          </a:p>
        </p:txBody>
      </p:sp>
      <p:pic>
        <p:nvPicPr>
          <p:cNvPr id="11" name="Afbeelding 9">
            <a:extLst>
              <a:ext uri="{FF2B5EF4-FFF2-40B4-BE49-F238E27FC236}">
                <a16:creationId xmlns:a16="http://schemas.microsoft.com/office/drawing/2014/main" id="{5E4BDB75-BEE1-4CBF-B2DF-99AC13B7E8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19848" y="620713"/>
            <a:ext cx="4572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4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smallimag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C6F1C0-FB41-374F-96D7-91F7C4144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9356378E-A322-0148-887E-E179D9487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825" y="620713"/>
            <a:ext cx="7380287" cy="1524317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Klik om stijl te bewerken</a:t>
            </a:r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FF5D94AB-D4EB-5448-86E3-3EB6A7057B5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187825" y="2386148"/>
            <a:ext cx="7380287" cy="3851139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Inhoud</a:t>
            </a:r>
          </a:p>
        </p:txBody>
      </p:sp>
      <p:sp>
        <p:nvSpPr>
          <p:cNvPr id="7" name="Picture Placeholder 24">
            <a:extLst>
              <a:ext uri="{FF2B5EF4-FFF2-40B4-BE49-F238E27FC236}">
                <a16:creationId xmlns:a16="http://schemas.microsoft.com/office/drawing/2014/main" id="{68654313-1537-5142-95BA-4A8661FBC4E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2596742" cy="5616575"/>
          </a:xfrm>
          <a:custGeom>
            <a:avLst/>
            <a:gdLst>
              <a:gd name="connsiteX0" fmla="*/ 0 w 2596742"/>
              <a:gd name="connsiteY0" fmla="*/ 0 h 5616575"/>
              <a:gd name="connsiteX1" fmla="*/ 2596742 w 2596742"/>
              <a:gd name="connsiteY1" fmla="*/ 0 h 5616575"/>
              <a:gd name="connsiteX2" fmla="*/ 2596742 w 2596742"/>
              <a:gd name="connsiteY2" fmla="*/ 5616575 h 5616575"/>
              <a:gd name="connsiteX3" fmla="*/ 253304 w 2596742"/>
              <a:gd name="connsiteY3" fmla="*/ 5616575 h 5616575"/>
              <a:gd name="connsiteX4" fmla="*/ 202263 w 2596742"/>
              <a:gd name="connsiteY4" fmla="*/ 5611430 h 5616575"/>
              <a:gd name="connsiteX5" fmla="*/ 0 w 259674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742" h="5616575">
                <a:moveTo>
                  <a:pt x="0" y="0"/>
                </a:moveTo>
                <a:lnTo>
                  <a:pt x="2596742" y="0"/>
                </a:lnTo>
                <a:lnTo>
                  <a:pt x="259674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noProof="0"/>
              <a:t>Klik op het pictogram om een afbeelding toe te voegen</a:t>
            </a:r>
          </a:p>
        </p:txBody>
      </p:sp>
    </p:spTree>
    <p:extLst>
      <p:ext uri="{BB962C8B-B14F-4D97-AF65-F5344CB8AC3E}">
        <p14:creationId xmlns:p14="http://schemas.microsoft.com/office/powerpoint/2010/main" val="146733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wideimag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888CD-A307-4440-9DD3-B7D11E6E0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83767035-9902-FC49-AC72-35DC514AC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3981389"/>
            <a:ext cx="10934529" cy="665480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 dirty="0"/>
              <a:t>Klik</a:t>
            </a:r>
            <a:r>
              <a:rPr lang="nl-BE" dirty="0"/>
              <a:t> om stijl te bewerken</a:t>
            </a:r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A4040A68-34E6-9A48-9414-CDB50C7EDBA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3888" y="4857371"/>
            <a:ext cx="10934529" cy="1379915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BE" dirty="0"/>
              <a:t>Inhoud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9E92B83-A16B-FC4F-BC12-7624D8F2371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10934529" cy="3150175"/>
          </a:xfrm>
          <a:custGeom>
            <a:avLst/>
            <a:gdLst>
              <a:gd name="connsiteX0" fmla="*/ 0 w 10934529"/>
              <a:gd name="connsiteY0" fmla="*/ 0 h 3150175"/>
              <a:gd name="connsiteX1" fmla="*/ 10934529 w 10934529"/>
              <a:gd name="connsiteY1" fmla="*/ 0 h 3150175"/>
              <a:gd name="connsiteX2" fmla="*/ 10934529 w 10934529"/>
              <a:gd name="connsiteY2" fmla="*/ 3150175 h 3150175"/>
              <a:gd name="connsiteX3" fmla="*/ 253304 w 10934529"/>
              <a:gd name="connsiteY3" fmla="*/ 3150175 h 3150175"/>
              <a:gd name="connsiteX4" fmla="*/ 202263 w 10934529"/>
              <a:gd name="connsiteY4" fmla="*/ 3145030 h 3150175"/>
              <a:gd name="connsiteX5" fmla="*/ 0 w 10934529"/>
              <a:gd name="connsiteY5" fmla="*/ 2896862 h 315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4529" h="3150175">
                <a:moveTo>
                  <a:pt x="0" y="0"/>
                </a:moveTo>
                <a:lnTo>
                  <a:pt x="10934529" y="0"/>
                </a:lnTo>
                <a:lnTo>
                  <a:pt x="10934529" y="3150175"/>
                </a:lnTo>
                <a:lnTo>
                  <a:pt x="253304" y="3150175"/>
                </a:lnTo>
                <a:lnTo>
                  <a:pt x="202263" y="3145030"/>
                </a:lnTo>
                <a:cubicBezTo>
                  <a:pt x="86832" y="3121409"/>
                  <a:pt x="0" y="3019276"/>
                  <a:pt x="0" y="28968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dirty="0"/>
              <a:t>Klik op het pictogram om een afbeelding toe te voegen</a:t>
            </a:r>
          </a:p>
        </p:txBody>
      </p:sp>
    </p:spTree>
    <p:extLst>
      <p:ext uri="{BB962C8B-B14F-4D97-AF65-F5344CB8AC3E}">
        <p14:creationId xmlns:p14="http://schemas.microsoft.com/office/powerpoint/2010/main" val="360649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3DA42F-3FB6-ED4E-BB67-A10574D20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AA798DC2-15C2-744D-A0DA-FBAD9971D4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0411" y="3547641"/>
            <a:ext cx="3456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Ondertitel</a:t>
            </a: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45C6B10F-3A7A-0A4C-A932-1D4E1382BF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8097" y="3547641"/>
            <a:ext cx="3456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Ondertitel</a:t>
            </a:r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999ECC60-AB72-8647-A135-FB0CF98082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2724" y="3547641"/>
            <a:ext cx="3456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Ondertitel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9EEB3BC6-5818-4244-A78C-1A7B9F04BE5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2722" y="643266"/>
            <a:ext cx="3456000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noProof="0"/>
              <a:t>Klik op het pictogram om een afbeelding toe te voegen</a:t>
            </a:r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816787A9-2DFD-A54D-B3D1-B9387B7C89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80410" y="643266"/>
            <a:ext cx="3456000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2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noProof="0"/>
              <a:t>Klik op het pictogram om een afbeelding toe te voegen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B04326B7-E91B-9740-A418-C88B2E74C60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28097" y="643266"/>
            <a:ext cx="3456000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noProof="0"/>
              <a:t>Klik op het pictogram om een afbeelding toe te voegen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D414A82-8300-43F5-8449-10B8D34A301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32723" y="4181794"/>
            <a:ext cx="3456000" cy="205304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55D1222-512A-4020-AE86-8C428804EA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380410" y="4181794"/>
            <a:ext cx="3456000" cy="205304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A007419B-9354-4CE8-81AF-E975BC83ACBC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128097" y="4181794"/>
            <a:ext cx="3456000" cy="205304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</p:spTree>
    <p:extLst>
      <p:ext uri="{BB962C8B-B14F-4D97-AF65-F5344CB8AC3E}">
        <p14:creationId xmlns:p14="http://schemas.microsoft.com/office/powerpoint/2010/main" val="342218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9BF78AC3-F061-4145-A432-3FB7391D0F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14198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1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op het pictogram om een witte afbeelding toe </a:t>
            </a:r>
            <a:r>
              <a:rPr lang="nl-NL" noProof="0" dirty="0" err="1"/>
              <a:t>tevoegen</a:t>
            </a:r>
            <a:r>
              <a:rPr lang="nl-NL" noProof="0" dirty="0"/>
              <a:t> (</a:t>
            </a:r>
            <a:r>
              <a:rPr lang="nl-NL" noProof="0" dirty="0" err="1"/>
              <a:t>png</a:t>
            </a:r>
            <a:r>
              <a:rPr lang="nl-NL" noProof="0" dirty="0"/>
              <a:t>)</a:t>
            </a:r>
          </a:p>
        </p:txBody>
      </p:sp>
      <p:sp>
        <p:nvSpPr>
          <p:cNvPr id="6" name="Tijdelijke aanduiding voor afbeelding 33">
            <a:extLst>
              <a:ext uri="{FF2B5EF4-FFF2-40B4-BE49-F238E27FC236}">
                <a16:creationId xmlns:a16="http://schemas.microsoft.com/office/drawing/2014/main" id="{AAA97E2B-5188-B740-8501-2BF96B4796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260054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1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op het pictogram om een witte afbeelding toe </a:t>
            </a:r>
            <a:r>
              <a:rPr lang="nl-NL" noProof="0" dirty="0" err="1"/>
              <a:t>tevoegen</a:t>
            </a:r>
            <a:r>
              <a:rPr lang="nl-NL" noProof="0" dirty="0"/>
              <a:t> (</a:t>
            </a:r>
            <a:r>
              <a:rPr lang="nl-NL" noProof="0" dirty="0" err="1"/>
              <a:t>png</a:t>
            </a:r>
            <a:r>
              <a:rPr lang="nl-NL" noProof="0" dirty="0"/>
              <a:t>)</a:t>
            </a:r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6410F448-44B9-E245-8CA2-3AC4F6FCD9F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05909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1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op het pictogram om een witte afbeelding toe </a:t>
            </a:r>
            <a:r>
              <a:rPr lang="nl-NL" noProof="0" dirty="0" err="1"/>
              <a:t>tevoegen</a:t>
            </a:r>
            <a:r>
              <a:rPr lang="nl-NL" noProof="0" dirty="0"/>
              <a:t> (</a:t>
            </a:r>
            <a:r>
              <a:rPr lang="nl-NL" noProof="0" dirty="0" err="1"/>
              <a:t>png</a:t>
            </a:r>
            <a:r>
              <a:rPr lang="nl-NL" noProof="0" dirty="0"/>
              <a:t>)</a:t>
            </a: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10" y="3704273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Ondertitel</a:t>
            </a:r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642A680A-1625-824E-8281-465F0A135B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6376" y="3704273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Ondertitel</a:t>
            </a:r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83593" y="3704273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Ondertitel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66692AD7-78D2-4CCE-AF2E-3E0B2562ECF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30810" y="4248038"/>
            <a:ext cx="3438000" cy="1990800"/>
          </a:xfrm>
        </p:spPr>
        <p:txBody>
          <a:bodyPr>
            <a:normAutofit/>
          </a:bodyPr>
          <a:lstStyle>
            <a:lvl1pPr marL="182563" indent="-182563" algn="ctr">
              <a:defRPr sz="1600" b="0">
                <a:latin typeface="+mj-lt"/>
              </a:defRPr>
            </a:lvl1pPr>
            <a:lvl2pPr marL="360363" indent="-184150" algn="ctr">
              <a:defRPr sz="1400" b="0">
                <a:latin typeface="+mj-lt"/>
              </a:defRPr>
            </a:lvl2pPr>
            <a:lvl3pPr marL="536575" indent="-176213" algn="ctr">
              <a:defRPr sz="1200">
                <a:latin typeface="+mj-lt"/>
              </a:defRPr>
            </a:lvl3pPr>
            <a:lvl4pPr marL="719138" indent="-182563" algn="ctr">
              <a:defRPr sz="1100">
                <a:latin typeface="+mj-lt"/>
              </a:defRPr>
            </a:lvl4pPr>
            <a:lvl5pPr marL="895350" indent="-176213" algn="ctr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FC120415-A1CE-44F6-BDB2-ECE056C8A73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383593" y="4248038"/>
            <a:ext cx="3438000" cy="1990800"/>
          </a:xfrm>
        </p:spPr>
        <p:txBody>
          <a:bodyPr>
            <a:normAutofit/>
          </a:bodyPr>
          <a:lstStyle>
            <a:lvl1pPr marL="182563" indent="-182563" algn="ctr">
              <a:defRPr sz="1600" b="0">
                <a:latin typeface="+mj-lt"/>
              </a:defRPr>
            </a:lvl1pPr>
            <a:lvl2pPr marL="360363" indent="-184150" algn="ctr">
              <a:defRPr sz="1400" b="0">
                <a:latin typeface="+mj-lt"/>
              </a:defRPr>
            </a:lvl2pPr>
            <a:lvl3pPr marL="536575" indent="-176213" algn="ctr">
              <a:defRPr sz="1200">
                <a:latin typeface="+mj-lt"/>
              </a:defRPr>
            </a:lvl3pPr>
            <a:lvl4pPr marL="719138" indent="-182563" algn="ctr">
              <a:defRPr sz="1100">
                <a:latin typeface="+mj-lt"/>
              </a:defRPr>
            </a:lvl4pPr>
            <a:lvl5pPr marL="895350" indent="-176213" algn="ctr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E18EDD4A-93E4-41E6-A00B-6EF03C4ACB69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136376" y="4248038"/>
            <a:ext cx="3438000" cy="1990800"/>
          </a:xfrm>
        </p:spPr>
        <p:txBody>
          <a:bodyPr>
            <a:normAutofit/>
          </a:bodyPr>
          <a:lstStyle>
            <a:lvl1pPr marL="182563" indent="-182563" algn="ctr">
              <a:defRPr sz="1600" b="0">
                <a:latin typeface="+mj-lt"/>
              </a:defRPr>
            </a:lvl1pPr>
            <a:lvl2pPr marL="360363" indent="-184150" algn="ctr">
              <a:defRPr sz="1400" b="0">
                <a:latin typeface="+mj-lt"/>
              </a:defRPr>
            </a:lvl2pPr>
            <a:lvl3pPr marL="536575" indent="-176213" algn="ctr">
              <a:defRPr sz="1200">
                <a:latin typeface="+mj-lt"/>
              </a:defRPr>
            </a:lvl3pPr>
            <a:lvl4pPr marL="719138" indent="-182563" algn="ctr">
              <a:defRPr sz="1100">
                <a:latin typeface="+mj-lt"/>
              </a:defRPr>
            </a:lvl4pPr>
            <a:lvl5pPr marL="895350" indent="-176213" algn="ctr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</p:spTree>
    <p:extLst>
      <p:ext uri="{BB962C8B-B14F-4D97-AF65-F5344CB8AC3E}">
        <p14:creationId xmlns:p14="http://schemas.microsoft.com/office/powerpoint/2010/main" val="167923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6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A64A23-42F4-0341-A372-ED0B454B6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19D3F277-1732-274A-BDAC-F3BB5EB7334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664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pictogram om witte afbeelding (</a:t>
            </a:r>
            <a:r>
              <a:rPr lang="nl-NL" noProof="0" dirty="0" err="1"/>
              <a:t>png</a:t>
            </a:r>
            <a:r>
              <a:rPr lang="nl-NL" noProof="0" dirty="0"/>
              <a:t>) toe te voegen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endParaRPr lang="nl-BE" noProof="0" dirty="0"/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C73DE83C-1825-BF4A-A473-AF62420F8C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0221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pictogram om witte afbeelding (</a:t>
            </a:r>
            <a:r>
              <a:rPr lang="nl-NL" noProof="0" dirty="0" err="1"/>
              <a:t>png</a:t>
            </a:r>
            <a:r>
              <a:rPr lang="nl-NL" noProof="0" dirty="0"/>
              <a:t>) toe te voegen</a:t>
            </a:r>
          </a:p>
        </p:txBody>
      </p:sp>
      <p:sp>
        <p:nvSpPr>
          <p:cNvPr id="9" name="Tijdelijke aanduiding voor afbeelding 33">
            <a:extLst>
              <a:ext uri="{FF2B5EF4-FFF2-40B4-BE49-F238E27FC236}">
                <a16:creationId xmlns:a16="http://schemas.microsoft.com/office/drawing/2014/main" id="{64A41B62-3349-A641-9E85-33C3E278DD4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41330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pictogram om witte afbeelding (</a:t>
            </a:r>
            <a:r>
              <a:rPr lang="nl-NL" noProof="0" dirty="0" err="1"/>
              <a:t>png</a:t>
            </a:r>
            <a:r>
              <a:rPr lang="nl-NL" noProof="0" dirty="0"/>
              <a:t>) toe te voegen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88F6B30C-94E8-264F-86F5-31D0E47D724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058585" y="1411391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Project titel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261850B4-D4F1-234A-9F22-195572228DA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802688" y="1411391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Project titel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DCDD9BD6-DB58-C84C-BD3C-F9652F4D492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326874" y="1411391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Project titel</a:t>
            </a:r>
          </a:p>
        </p:txBody>
      </p:sp>
      <p:sp>
        <p:nvSpPr>
          <p:cNvPr id="15" name="Tijdelijke aanduiding voor afbeelding 33">
            <a:extLst>
              <a:ext uri="{FF2B5EF4-FFF2-40B4-BE49-F238E27FC236}">
                <a16:creationId xmlns:a16="http://schemas.microsoft.com/office/drawing/2014/main" id="{965879DE-F296-964E-A952-9184C5050EF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30664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pictogram om witte afbeelding (</a:t>
            </a:r>
            <a:r>
              <a:rPr lang="nl-NL" noProof="0" dirty="0" err="1"/>
              <a:t>png</a:t>
            </a:r>
            <a:r>
              <a:rPr lang="nl-NL" noProof="0" dirty="0"/>
              <a:t>) toe te voegen</a:t>
            </a:r>
          </a:p>
        </p:txBody>
      </p:sp>
      <p:sp>
        <p:nvSpPr>
          <p:cNvPr id="17" name="Tijdelijke aanduiding voor afbeelding 33">
            <a:extLst>
              <a:ext uri="{FF2B5EF4-FFF2-40B4-BE49-F238E27FC236}">
                <a16:creationId xmlns:a16="http://schemas.microsoft.com/office/drawing/2014/main" id="{D15EA347-33D1-EE4E-9464-3CF0EAE3C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410221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pictogram om witte afbeelding (</a:t>
            </a:r>
            <a:r>
              <a:rPr lang="nl-NL" noProof="0" dirty="0" err="1"/>
              <a:t>png</a:t>
            </a:r>
            <a:r>
              <a:rPr lang="nl-NL" noProof="0" dirty="0"/>
              <a:t>) toe te voegen</a:t>
            </a:r>
          </a:p>
        </p:txBody>
      </p:sp>
      <p:sp>
        <p:nvSpPr>
          <p:cNvPr id="19" name="Tijdelijke aanduiding voor afbeelding 33">
            <a:extLst>
              <a:ext uri="{FF2B5EF4-FFF2-40B4-BE49-F238E27FC236}">
                <a16:creationId xmlns:a16="http://schemas.microsoft.com/office/drawing/2014/main" id="{4EC1974C-2EB3-274B-A88C-617CC7414E5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41330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pictogram om witte afbeelding (</a:t>
            </a:r>
            <a:r>
              <a:rPr lang="nl-NL" noProof="0" dirty="0" err="1"/>
              <a:t>png</a:t>
            </a:r>
            <a:r>
              <a:rPr lang="nl-NL" noProof="0" dirty="0"/>
              <a:t>) toe te voegen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330314A6-BF29-EC42-BF75-622C5286D534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058585" y="3864133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Project titel</a:t>
            </a:r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D6D76FCC-D508-DD4F-BB82-48A5BCC5457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802688" y="3864133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Project titel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125E4E80-E44F-EA4F-8054-6AB42A8470B4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326874" y="3864133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Project titel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3528E721-8656-4BDD-B009-8819AFB97FC5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339266" y="2133247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24" name="Content Placeholder 9">
            <a:extLst>
              <a:ext uri="{FF2B5EF4-FFF2-40B4-BE49-F238E27FC236}">
                <a16:creationId xmlns:a16="http://schemas.microsoft.com/office/drawing/2014/main" id="{2C048C0B-E29D-49EF-80B5-29D0B0F479C0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339266" y="4586421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25" name="Content Placeholder 9">
            <a:extLst>
              <a:ext uri="{FF2B5EF4-FFF2-40B4-BE49-F238E27FC236}">
                <a16:creationId xmlns:a16="http://schemas.microsoft.com/office/drawing/2014/main" id="{5F680696-8F3B-4E74-B265-71DF36E0977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5070977" y="2133247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50B084AF-045B-4B49-8FBE-93ACB3E7F00A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802688" y="2133247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AD8E938A-1AD9-4373-BBFD-C7C066DAB3FA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5070977" y="4586421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28" name="Content Placeholder 9">
            <a:extLst>
              <a:ext uri="{FF2B5EF4-FFF2-40B4-BE49-F238E27FC236}">
                <a16:creationId xmlns:a16="http://schemas.microsoft.com/office/drawing/2014/main" id="{0C6D1181-34A3-47D3-99A2-1B802126EDC5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8802688" y="4586421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</p:spTree>
    <p:extLst>
      <p:ext uri="{BB962C8B-B14F-4D97-AF65-F5344CB8AC3E}">
        <p14:creationId xmlns:p14="http://schemas.microsoft.com/office/powerpoint/2010/main" val="414916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06A4-C8C0-BA4F-A09B-9014BCE49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de stijl van de mastertitel te 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6E971-EE47-7745-ACA8-1DEF0415F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967EE9E6-2701-5E4F-A341-5478485FBD8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1578459"/>
            <a:ext cx="10944224" cy="465882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Arial" panose="020B0604020202020204" pitchFamily="34" charset="0"/>
              <a:buNone/>
              <a:tabLst/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tabLst/>
              <a:defRPr/>
            </a:pPr>
            <a:r>
              <a:rPr lang="nl-NL" dirty="0"/>
              <a:t>Klik op het pictogram als u een object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3082753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chart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6014-7DB0-CF4A-88E9-463AB221A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de stijl van de mastertitel te 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45457A-9933-1149-9392-ABAF631B7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3AF460E3-37FD-6B4C-86A1-EEC95DD40B34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2760663"/>
            <a:ext cx="10944224" cy="34766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als u een object wilt toevoegen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A507705-E8A5-0A44-A7D0-4ECFDD43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888" y="1690688"/>
            <a:ext cx="10936287" cy="885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3683614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UAntwerpen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080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leredful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itel 1">
            <a:extLst>
              <a:ext uri="{FF2B5EF4-FFF2-40B4-BE49-F238E27FC236}">
                <a16:creationId xmlns:a16="http://schemas.microsoft.com/office/drawing/2014/main" id="{7ABBDCB5-5D2A-8947-AEB8-B06A6093E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2737623"/>
            <a:ext cx="10944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 dirty="0"/>
              <a:t>Klik om titel te bewerken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BF08461-C600-4C47-803A-43BF0EAD9B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4471987"/>
            <a:ext cx="10944225" cy="1062037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r>
              <a:rPr lang="nl-NL" noProof="0" dirty="0"/>
              <a:t>Klik om de stijl van de ondertitel te bewerken</a:t>
            </a:r>
          </a:p>
        </p:txBody>
      </p:sp>
      <p:pic>
        <p:nvPicPr>
          <p:cNvPr id="8" name="Picture 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2B1AFBB-8611-406C-B644-C8D84DC8C7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57695" y="1426987"/>
            <a:ext cx="2876611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8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l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AABACC8-28A2-D34B-8A1E-5CF7BA9005CC}"/>
              </a:ext>
            </a:extLst>
          </p:cNvPr>
          <p:cNvSpPr/>
          <p:nvPr userDrawn="1"/>
        </p:nvSpPr>
        <p:spPr>
          <a:xfrm>
            <a:off x="623888" y="627478"/>
            <a:ext cx="10954551" cy="5618356"/>
          </a:xfrm>
          <a:custGeom>
            <a:avLst/>
            <a:gdLst>
              <a:gd name="connsiteX0" fmla="*/ 0 w 10296525"/>
              <a:gd name="connsiteY0" fmla="*/ 0 h 4968875"/>
              <a:gd name="connsiteX1" fmla="*/ 10296525 w 10296525"/>
              <a:gd name="connsiteY1" fmla="*/ 0 h 4968875"/>
              <a:gd name="connsiteX2" fmla="*/ 10296525 w 10296525"/>
              <a:gd name="connsiteY2" fmla="*/ 4968875 h 4968875"/>
              <a:gd name="connsiteX3" fmla="*/ 253304 w 10296525"/>
              <a:gd name="connsiteY3" fmla="*/ 4968875 h 4968875"/>
              <a:gd name="connsiteX4" fmla="*/ 202263 w 10296525"/>
              <a:gd name="connsiteY4" fmla="*/ 4963730 h 4968875"/>
              <a:gd name="connsiteX5" fmla="*/ 0 w 10296525"/>
              <a:gd name="connsiteY5" fmla="*/ 4715562 h 4968875"/>
              <a:gd name="connsiteX6" fmla="*/ 0 w 10296525"/>
              <a:gd name="connsiteY6" fmla="*/ 0 h 4968875"/>
              <a:gd name="connsiteX0" fmla="*/ 0 w 10629811"/>
              <a:gd name="connsiteY0" fmla="*/ 0 h 4968875"/>
              <a:gd name="connsiteX1" fmla="*/ 10629811 w 10629811"/>
              <a:gd name="connsiteY1" fmla="*/ 8546 h 4968875"/>
              <a:gd name="connsiteX2" fmla="*/ 10296525 w 10629811"/>
              <a:gd name="connsiteY2" fmla="*/ 4968875 h 4968875"/>
              <a:gd name="connsiteX3" fmla="*/ 253304 w 10629811"/>
              <a:gd name="connsiteY3" fmla="*/ 4968875 h 4968875"/>
              <a:gd name="connsiteX4" fmla="*/ 202263 w 10629811"/>
              <a:gd name="connsiteY4" fmla="*/ 4963730 h 4968875"/>
              <a:gd name="connsiteX5" fmla="*/ 0 w 10629811"/>
              <a:gd name="connsiteY5" fmla="*/ 4715562 h 4968875"/>
              <a:gd name="connsiteX6" fmla="*/ 0 w 10629811"/>
              <a:gd name="connsiteY6" fmla="*/ 0 h 4968875"/>
              <a:gd name="connsiteX0" fmla="*/ 0 w 10629811"/>
              <a:gd name="connsiteY0" fmla="*/ 0 h 4977421"/>
              <a:gd name="connsiteX1" fmla="*/ 10629811 w 10629811"/>
              <a:gd name="connsiteY1" fmla="*/ 8546 h 4977421"/>
              <a:gd name="connsiteX2" fmla="*/ 10629811 w 10629811"/>
              <a:gd name="connsiteY2" fmla="*/ 4977421 h 4977421"/>
              <a:gd name="connsiteX3" fmla="*/ 253304 w 10629811"/>
              <a:gd name="connsiteY3" fmla="*/ 4968875 h 4977421"/>
              <a:gd name="connsiteX4" fmla="*/ 202263 w 10629811"/>
              <a:gd name="connsiteY4" fmla="*/ 4963730 h 4977421"/>
              <a:gd name="connsiteX5" fmla="*/ 0 w 10629811"/>
              <a:gd name="connsiteY5" fmla="*/ 4715562 h 4977421"/>
              <a:gd name="connsiteX6" fmla="*/ 0 w 10629811"/>
              <a:gd name="connsiteY6" fmla="*/ 0 h 4977421"/>
              <a:gd name="connsiteX0" fmla="*/ 8545 w 10629811"/>
              <a:gd name="connsiteY0" fmla="*/ 0 h 5618356"/>
              <a:gd name="connsiteX1" fmla="*/ 10629811 w 10629811"/>
              <a:gd name="connsiteY1" fmla="*/ 649481 h 5618356"/>
              <a:gd name="connsiteX2" fmla="*/ 10629811 w 10629811"/>
              <a:gd name="connsiteY2" fmla="*/ 5618356 h 5618356"/>
              <a:gd name="connsiteX3" fmla="*/ 253304 w 10629811"/>
              <a:gd name="connsiteY3" fmla="*/ 5609810 h 5618356"/>
              <a:gd name="connsiteX4" fmla="*/ 202263 w 10629811"/>
              <a:gd name="connsiteY4" fmla="*/ 5604665 h 5618356"/>
              <a:gd name="connsiteX5" fmla="*/ 0 w 10629811"/>
              <a:gd name="connsiteY5" fmla="*/ 5356497 h 5618356"/>
              <a:gd name="connsiteX6" fmla="*/ 8545 w 10629811"/>
              <a:gd name="connsiteY6" fmla="*/ 0 h 5618356"/>
              <a:gd name="connsiteX0" fmla="*/ 8545 w 10946005"/>
              <a:gd name="connsiteY0" fmla="*/ 0 h 5618356"/>
              <a:gd name="connsiteX1" fmla="*/ 10946005 w 10946005"/>
              <a:gd name="connsiteY1" fmla="*/ 8546 h 5618356"/>
              <a:gd name="connsiteX2" fmla="*/ 10629811 w 10946005"/>
              <a:gd name="connsiteY2" fmla="*/ 5618356 h 5618356"/>
              <a:gd name="connsiteX3" fmla="*/ 253304 w 10946005"/>
              <a:gd name="connsiteY3" fmla="*/ 5609810 h 5618356"/>
              <a:gd name="connsiteX4" fmla="*/ 202263 w 10946005"/>
              <a:gd name="connsiteY4" fmla="*/ 5604665 h 5618356"/>
              <a:gd name="connsiteX5" fmla="*/ 0 w 10946005"/>
              <a:gd name="connsiteY5" fmla="*/ 5356497 h 5618356"/>
              <a:gd name="connsiteX6" fmla="*/ 8545 w 10946005"/>
              <a:gd name="connsiteY6" fmla="*/ 0 h 5618356"/>
              <a:gd name="connsiteX0" fmla="*/ 8545 w 10954551"/>
              <a:gd name="connsiteY0" fmla="*/ 0 h 5618356"/>
              <a:gd name="connsiteX1" fmla="*/ 10946005 w 10954551"/>
              <a:gd name="connsiteY1" fmla="*/ 8546 h 5618356"/>
              <a:gd name="connsiteX2" fmla="*/ 10954551 w 10954551"/>
              <a:gd name="connsiteY2" fmla="*/ 5618356 h 5618356"/>
              <a:gd name="connsiteX3" fmla="*/ 253304 w 10954551"/>
              <a:gd name="connsiteY3" fmla="*/ 5609810 h 5618356"/>
              <a:gd name="connsiteX4" fmla="*/ 202263 w 10954551"/>
              <a:gd name="connsiteY4" fmla="*/ 5604665 h 5618356"/>
              <a:gd name="connsiteX5" fmla="*/ 0 w 10954551"/>
              <a:gd name="connsiteY5" fmla="*/ 5356497 h 5618356"/>
              <a:gd name="connsiteX6" fmla="*/ 8545 w 10954551"/>
              <a:gd name="connsiteY6" fmla="*/ 0 h 56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54551" h="5618356">
                <a:moveTo>
                  <a:pt x="8545" y="0"/>
                </a:moveTo>
                <a:lnTo>
                  <a:pt x="10946005" y="8546"/>
                </a:lnTo>
                <a:cubicBezTo>
                  <a:pt x="10948854" y="1878483"/>
                  <a:pt x="10951702" y="3748419"/>
                  <a:pt x="10954551" y="5618356"/>
                </a:cubicBez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E" dirty="0"/>
          </a:p>
        </p:txBody>
      </p:sp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31D26ADD-50E0-864E-879F-AED5604BF2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453" y="2318879"/>
            <a:ext cx="109639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noProof="0" dirty="0"/>
              <a:t>Klik om titel te bewerken</a:t>
            </a:r>
            <a:endParaRPr lang="nl-BE" noProof="0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534ABFA-B94B-7346-9AA3-E2278EC84F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453" y="4071937"/>
            <a:ext cx="10963985" cy="1043343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r>
              <a:rPr lang="nl-NL" noProof="0" dirty="0"/>
              <a:t>Klik om de stijl van de ondertitel te bewerken</a:t>
            </a: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6675F589-212B-4BC0-9B09-0E4F2555B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428235"/>
            <a:ext cx="906133" cy="2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88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wit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C3132F7D-D063-1C4B-8D0F-49AC33221A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op het pictogram om een afbeelding toe te voegen</a:t>
            </a:r>
          </a:p>
        </p:txBody>
      </p:sp>
    </p:spTree>
    <p:extLst>
      <p:ext uri="{BB962C8B-B14F-4D97-AF65-F5344CB8AC3E}">
        <p14:creationId xmlns:p14="http://schemas.microsoft.com/office/powerpoint/2010/main" val="3398203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99222-05DA-F24F-99F4-A098BCC40D8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op het pictogram om een afbeelding toe te voegen</a:t>
            </a:r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B4411BE3-BC21-44FA-ADD6-646385427A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428235"/>
            <a:ext cx="906133" cy="2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90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3">
            <a:extLst>
              <a:ext uri="{FF2B5EF4-FFF2-40B4-BE49-F238E27FC236}">
                <a16:creationId xmlns:a16="http://schemas.microsoft.com/office/drawing/2014/main" id="{BF020726-1AA6-EE4D-9CD8-9B40673609E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op het pictogram om een afbeelding toe te voegen</a:t>
            </a:r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89753A3A-E019-254C-9677-C9C519017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8" y="3613790"/>
            <a:ext cx="376159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BE" noProof="0" dirty="0"/>
              <a:t>Voornaam Naam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4D01101A-4B64-9146-92CB-AB7133B61F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8" y="1500371"/>
            <a:ext cx="3762375" cy="1945955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Quote</a:t>
            </a:r>
          </a:p>
        </p:txBody>
      </p:sp>
    </p:spTree>
    <p:extLst>
      <p:ext uri="{BB962C8B-B14F-4D97-AF65-F5344CB8AC3E}">
        <p14:creationId xmlns:p14="http://schemas.microsoft.com/office/powerpoint/2010/main" val="1092190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quoteand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9DBE046-B8F3-D840-ABA8-37DDBE8E14F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op het pictogram om een afbeelding toe te voegen</a:t>
            </a:r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29C33EA9-EAA8-554B-9770-EC4BF96CD4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9" y="3613790"/>
            <a:ext cx="341573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BE" noProof="0" dirty="0"/>
              <a:t>Voornaam Naam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A2A5195-C3FC-3548-A159-FD845F8D8A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9" y="1500371"/>
            <a:ext cx="3416443" cy="1945955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Quote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51C41015-089C-457F-AD24-94D8178F1E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428235"/>
            <a:ext cx="906133" cy="2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7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1948A336-DFA9-6348-B512-B2BBC75D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BE" noProof="0" dirty="0"/>
              <a:t>Klik om de stijl van de mastertitel te bewerken</a:t>
            </a:r>
          </a:p>
        </p:txBody>
      </p:sp>
      <p:sp>
        <p:nvSpPr>
          <p:cNvPr id="9" name="Tijdelijke aanduiding voor dianummer 3">
            <a:extLst>
              <a:ext uri="{FF2B5EF4-FFF2-40B4-BE49-F238E27FC236}">
                <a16:creationId xmlns:a16="http://schemas.microsoft.com/office/drawing/2014/main" id="{ACEE07E0-D229-2548-A4C6-019956C34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3493" y="6339173"/>
            <a:ext cx="26446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2212B-EACF-4AB5-8035-E9729BF53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1516380"/>
            <a:ext cx="10944225" cy="472090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BE" noProof="0" dirty="0"/>
              <a:t>Click </a:t>
            </a:r>
            <a:r>
              <a:rPr lang="nl-BE" noProof="0" dirty="0" err="1"/>
              <a:t>to</a:t>
            </a:r>
            <a:r>
              <a:rPr lang="nl-BE" noProof="0" dirty="0"/>
              <a:t> </a:t>
            </a:r>
            <a:r>
              <a:rPr lang="nl-BE" noProof="0" dirty="0" err="1"/>
              <a:t>edit</a:t>
            </a:r>
            <a:r>
              <a:rPr lang="nl-BE" noProof="0" dirty="0"/>
              <a:t> Master </a:t>
            </a:r>
            <a:r>
              <a:rPr lang="nl-BE" noProof="0" dirty="0" err="1"/>
              <a:t>text</a:t>
            </a:r>
            <a:r>
              <a:rPr lang="nl-BE" noProof="0" dirty="0"/>
              <a:t> </a:t>
            </a:r>
            <a:r>
              <a:rPr lang="nl-BE" noProof="0" dirty="0" err="1"/>
              <a:t>styles</a:t>
            </a:r>
            <a:endParaRPr lang="nl-BE" noProof="0" dirty="0"/>
          </a:p>
          <a:p>
            <a:pPr lvl="1"/>
            <a:r>
              <a:rPr lang="nl-BE" noProof="0" dirty="0"/>
              <a:t>Second level</a:t>
            </a:r>
          </a:p>
          <a:p>
            <a:pPr lvl="2"/>
            <a:r>
              <a:rPr lang="nl-BE" noProof="0" dirty="0" err="1"/>
              <a:t>Third</a:t>
            </a:r>
            <a:r>
              <a:rPr lang="nl-BE" noProof="0" dirty="0"/>
              <a:t> level</a:t>
            </a:r>
          </a:p>
          <a:p>
            <a:pPr lvl="3"/>
            <a:r>
              <a:rPr lang="nl-BE" noProof="0" dirty="0" err="1"/>
              <a:t>Fourth</a:t>
            </a:r>
            <a:r>
              <a:rPr lang="nl-BE" noProof="0" dirty="0"/>
              <a:t> level</a:t>
            </a:r>
          </a:p>
          <a:p>
            <a:pPr lvl="4"/>
            <a:r>
              <a:rPr lang="nl-BE" noProof="0" dirty="0" err="1"/>
              <a:t>Fifth</a:t>
            </a:r>
            <a:r>
              <a:rPr lang="nl-BE" noProof="0" dirty="0"/>
              <a:t> level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8C574921-7430-4FED-B663-D7A62A7FEB8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23888" y="6428235"/>
            <a:ext cx="906133" cy="226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5" r:id="rId1"/>
    <p:sldLayoutId id="2147484105" r:id="rId2"/>
    <p:sldLayoutId id="2147484106" r:id="rId3"/>
    <p:sldLayoutId id="2147484107" r:id="rId4"/>
    <p:sldLayoutId id="2147484108" r:id="rId5"/>
    <p:sldLayoutId id="2147484109" r:id="rId6"/>
    <p:sldLayoutId id="2147484110" r:id="rId7"/>
    <p:sldLayoutId id="2147484111" r:id="rId8"/>
    <p:sldLayoutId id="2147484113" r:id="rId9"/>
    <p:sldLayoutId id="2147484112" r:id="rId10"/>
    <p:sldLayoutId id="2147484102" r:id="rId11"/>
  </p:sldLayoutIdLst>
  <p:hf hdr="0"/>
  <p:txStyles>
    <p:titleStyle>
      <a:lvl1pPr algn="l" defTabSz="1217054" rtl="0" eaLnBrk="1" fontAlgn="base" hangingPunct="1">
        <a:spcBef>
          <a:spcPct val="0"/>
        </a:spcBef>
        <a:spcAft>
          <a:spcPct val="0"/>
        </a:spcAft>
        <a:defRPr sz="3800" b="1" i="0" kern="1200">
          <a:solidFill>
            <a:schemeClr val="accent2"/>
          </a:solidFill>
          <a:latin typeface="Calibri" panose="020F0502020204030204" pitchFamily="34" charset="0"/>
          <a:ea typeface="Verdana" charset="0"/>
          <a:cs typeface="Calibri" panose="020F0502020204030204" pitchFamily="34" charset="0"/>
        </a:defRPr>
      </a:lvl1pPr>
      <a:lvl2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68288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§"/>
        <a:defRPr sz="2800" b="1" i="0" kern="1200">
          <a:solidFill>
            <a:schemeClr val="tx1"/>
          </a:solidFill>
          <a:latin typeface="+mn-lt"/>
          <a:ea typeface="Verdana" charset="0"/>
          <a:cs typeface="Calibri Light" panose="020F0302020204030204" pitchFamily="34" charset="0"/>
        </a:defRPr>
      </a:lvl1pPr>
      <a:lvl2pPr marL="628650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2pPr>
      <a:lvl3pPr marL="987425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3pPr>
      <a:lvl4pPr marL="1347788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4pPr>
      <a:lvl5pPr marL="1700213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5pPr>
      <a:lvl6pPr marL="2076450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575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lang="nl-BE" sz="1800" kern="1200" dirty="0" err="1" smtClean="0">
          <a:solidFill>
            <a:schemeClr val="tx1"/>
          </a:solidFill>
          <a:latin typeface="+mn-lt"/>
          <a:ea typeface="+mn-ea"/>
          <a:cs typeface="+mn-cs"/>
        </a:defRPr>
      </a:lvl7pPr>
      <a:lvl8pPr marL="2795587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160712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4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1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7654-B1F8-CB41-A11C-78EAAE0B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9F27B-4FA1-1945-B3AE-2234EB3F59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2380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29C6E-45F6-EC47-9E62-697FE893C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2AE85-0D8F-2941-B863-417E244781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86479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Tijdelijke aanduiding voor afbeelding 10">
            <a:extLst>
              <a:ext uri="{FF2B5EF4-FFF2-40B4-BE49-F238E27FC236}">
                <a16:creationId xmlns:a16="http://schemas.microsoft.com/office/drawing/2014/main" id="{1EF826F9-09AD-784D-8098-BA37A0D1D86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1620" b="11620"/>
          <a:stretch>
            <a:fillRect/>
          </a:stretch>
        </p:blipFill>
        <p:spPr/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622C358-C6EA-4736-B167-D21849761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2476500"/>
            <a:ext cx="22098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87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Tijdelijke aanduiding voor afbeelding 9">
            <a:extLst>
              <a:ext uri="{FF2B5EF4-FFF2-40B4-BE49-F238E27FC236}">
                <a16:creationId xmlns:a16="http://schemas.microsoft.com/office/drawing/2014/main" id="{B801ED0F-D056-4C43-AA41-50BACCAFDEF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1620" b="1162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7260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Tijdelijke aanduiding voor afbeelding 11">
            <a:extLst>
              <a:ext uri="{FF2B5EF4-FFF2-40B4-BE49-F238E27FC236}">
                <a16:creationId xmlns:a16="http://schemas.microsoft.com/office/drawing/2014/main" id="{7A73CD98-E4C3-D848-9D52-3EE1E254A1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77000"/>
          </a:blip>
          <a:srcRect t="7886" b="7886"/>
          <a:stretch>
            <a:fillRect/>
          </a:stretch>
        </p:blipFill>
        <p:spPr>
          <a:solidFill>
            <a:schemeClr val="accent1"/>
          </a:solidFill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2345B-B3EB-0D40-8FA6-DD9B6BE700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68476" y="3613790"/>
            <a:ext cx="3761595" cy="728662"/>
          </a:xfrm>
        </p:spPr>
        <p:txBody>
          <a:bodyPr/>
          <a:lstStyle/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181BC-BEC5-8A43-B123-61F30BCB6F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7696" y="1500371"/>
            <a:ext cx="3762375" cy="1945955"/>
          </a:xfrm>
        </p:spPr>
        <p:txBody>
          <a:bodyPr/>
          <a:lstStyle/>
          <a:p>
            <a:endParaRPr lang="nl-BE"/>
          </a:p>
        </p:txBody>
      </p:sp>
      <p:pic>
        <p:nvPicPr>
          <p:cNvPr id="11" name="Afbeelding 8">
            <a:extLst>
              <a:ext uri="{FF2B5EF4-FFF2-40B4-BE49-F238E27FC236}">
                <a16:creationId xmlns:a16="http://schemas.microsoft.com/office/drawing/2014/main" id="{51844351-B291-4DE9-913A-CCFECF0AC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696" y="901107"/>
            <a:ext cx="457200" cy="431800"/>
          </a:xfrm>
          <a:prstGeom prst="rect">
            <a:avLst/>
          </a:prstGeom>
        </p:spPr>
      </p:pic>
      <p:pic>
        <p:nvPicPr>
          <p:cNvPr id="8" name="Picture 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66F8357-98A3-402B-B4CF-A54BC1105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8" y="6428235"/>
            <a:ext cx="906133" cy="2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75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Tijdelijke aanduiding voor afbeelding 8">
            <a:extLst>
              <a:ext uri="{FF2B5EF4-FFF2-40B4-BE49-F238E27FC236}">
                <a16:creationId xmlns:a16="http://schemas.microsoft.com/office/drawing/2014/main" id="{A0D846B2-CEE4-8C40-A626-66EF0AB76C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1620" b="11620"/>
          <a:stretch>
            <a:fillRect/>
          </a:stretch>
        </p:blipFill>
        <p:spPr>
          <a:solidFill>
            <a:schemeClr val="tx1"/>
          </a:solidFill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FEAF2-6026-3648-991B-9CFF7DB676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3775" y="3613790"/>
            <a:ext cx="3415735" cy="728662"/>
          </a:xfrm>
        </p:spPr>
        <p:txBody>
          <a:bodyPr/>
          <a:lstStyle/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DF15-542B-4E42-BBD9-0FE8D6A311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995" y="1500371"/>
            <a:ext cx="3416443" cy="1945955"/>
          </a:xfrm>
        </p:spPr>
        <p:txBody>
          <a:bodyPr/>
          <a:lstStyle/>
          <a:p>
            <a:endParaRPr lang="nl-BE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792948D5-648C-4D3A-8943-6CA0FA57B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72" y="918815"/>
            <a:ext cx="4572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27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9C4B79-5C4F-8C4F-BE84-0EEFB3C666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2CE87-643A-AA49-B5B4-1BB18C1560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14" name="Tijdelijke aanduiding voor afbeelding 13">
            <a:extLst>
              <a:ext uri="{FF2B5EF4-FFF2-40B4-BE49-F238E27FC236}">
                <a16:creationId xmlns:a16="http://schemas.microsoft.com/office/drawing/2014/main" id="{5C5EAA6E-4D13-E94E-9B74-EDC92D230AE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9412" r="19412"/>
          <a:stretch>
            <a:fillRect/>
          </a:stretch>
        </p:blipFill>
        <p:spPr>
          <a:solidFill>
            <a:schemeClr val="tx2"/>
          </a:solidFill>
        </p:spPr>
      </p:pic>
    </p:spTree>
    <p:extLst>
      <p:ext uri="{BB962C8B-B14F-4D97-AF65-F5344CB8AC3E}">
        <p14:creationId xmlns:p14="http://schemas.microsoft.com/office/powerpoint/2010/main" val="2312757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CCF7B1-B9AE-A34E-B504-44173987E7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718D8DA-6885-4043-91C1-32FF4660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 noProof="0" dirty="0"/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13A8A917-8179-244C-B764-A34F6629123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19427" r="19427"/>
          <a:stretch/>
        </p:blipFill>
        <p:spPr>
          <a:xfrm>
            <a:off x="623889" y="620713"/>
            <a:ext cx="5145732" cy="5616575"/>
          </a:xfrm>
          <a:solidFill>
            <a:schemeClr val="tx2"/>
          </a:solidFill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8E9E0A9-1EA9-4516-9DC5-43A351E6F8A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indent="0">
              <a:buNone/>
            </a:pP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20417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A148D9-42CD-1345-8C12-D4EFA95517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F546E9-665E-E748-A1FA-889E93AF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871DC-252F-674C-8E18-E0ABA1F8393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endParaRPr lang="nl-BE"/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C2BBF505-039F-584B-B56F-ACEDB7C98B5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319" r="15319"/>
          <a:stretch>
            <a:fillRect/>
          </a:stretch>
        </p:blipFill>
        <p:spPr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2935644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366063-FB8E-A34E-B022-CDD71B3E6C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10</a:t>
            </a:fld>
            <a:endParaRPr lang="nl-B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DCA37B-65C2-D440-9C7A-EC481D46E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706EB-F575-604E-9DCD-DE8435D77C0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endParaRPr lang="nl-BE"/>
          </a:p>
        </p:txBody>
      </p:sp>
      <p:pic>
        <p:nvPicPr>
          <p:cNvPr id="9" name="Tijdelijke aanduiding voor afbeelding 8">
            <a:extLst>
              <a:ext uri="{FF2B5EF4-FFF2-40B4-BE49-F238E27FC236}">
                <a16:creationId xmlns:a16="http://schemas.microsoft.com/office/drawing/2014/main" id="{AF936DA6-C00D-9246-BD26-17D82E554C8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8435" b="28435"/>
          <a:stretch>
            <a:fillRect/>
          </a:stretch>
        </p:blipFill>
        <p:spPr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959452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A6F2AD-880B-7941-BB13-3E9AD12668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11</a:t>
            </a:fld>
            <a:endParaRPr lang="nl-BE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3840206-B2F9-4EB0-9EB1-3388D9929A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807F9613-8D36-4926-992D-5F3E8892C92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B122F8DD-E74D-40BE-B917-470B5B73D1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13" name="Tijdelijke aanduiding voor afbeelding 12">
            <a:extLst>
              <a:ext uri="{FF2B5EF4-FFF2-40B4-BE49-F238E27FC236}">
                <a16:creationId xmlns:a16="http://schemas.microsoft.com/office/drawing/2014/main" id="{DE69095D-2A1E-E546-BCDC-25E1C104BE0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2940" r="2940"/>
          <a:stretch/>
        </p:blipFill>
        <p:spPr>
          <a:xfrm>
            <a:off x="632722" y="643266"/>
            <a:ext cx="3456000" cy="2447925"/>
          </a:xfrm>
          <a:solidFill>
            <a:schemeClr val="accent1"/>
          </a:solidFill>
        </p:spPr>
      </p:pic>
      <p:pic>
        <p:nvPicPr>
          <p:cNvPr id="15" name="Tijdelijke aanduiding voor afbeelding 14">
            <a:extLst>
              <a:ext uri="{FF2B5EF4-FFF2-40B4-BE49-F238E27FC236}">
                <a16:creationId xmlns:a16="http://schemas.microsoft.com/office/drawing/2014/main" id="{9A1AD189-5646-1840-9816-B8D741F34F0F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3"/>
          <a:srcRect l="2940" r="2940"/>
          <a:stretch/>
        </p:blipFill>
        <p:spPr>
          <a:xfrm>
            <a:off x="4380409" y="643266"/>
            <a:ext cx="3456000" cy="2447925"/>
          </a:xfrm>
          <a:solidFill>
            <a:schemeClr val="accent1"/>
          </a:solidFill>
        </p:spPr>
      </p:pic>
      <p:pic>
        <p:nvPicPr>
          <p:cNvPr id="17" name="Tijdelijke aanduiding voor afbeelding 16">
            <a:extLst>
              <a:ext uri="{FF2B5EF4-FFF2-40B4-BE49-F238E27FC236}">
                <a16:creationId xmlns:a16="http://schemas.microsoft.com/office/drawing/2014/main" id="{C714299F-D168-0E46-A8AA-793CA4A74853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4"/>
          <a:srcRect l="2881" r="2881"/>
          <a:stretch/>
        </p:blipFill>
        <p:spPr>
          <a:xfrm>
            <a:off x="8128097" y="643266"/>
            <a:ext cx="3456000" cy="2447925"/>
          </a:xfrm>
          <a:solidFill>
            <a:schemeClr val="accent1"/>
          </a:solidFill>
        </p:spPr>
      </p:pic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54F2605C-126E-401B-984A-43D2695798CB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pPr marL="0" indent="0">
              <a:buNone/>
            </a:pPr>
            <a:endParaRPr lang="nl-BE"/>
          </a:p>
        </p:txBody>
      </p:sp>
      <p:sp>
        <p:nvSpPr>
          <p:cNvPr id="46" name="Content Placeholder 45">
            <a:extLst>
              <a:ext uri="{FF2B5EF4-FFF2-40B4-BE49-F238E27FC236}">
                <a16:creationId xmlns:a16="http://schemas.microsoft.com/office/drawing/2014/main" id="{723B32DB-5A6D-4E24-B6BF-A6D13F61D6FC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pPr marL="0" indent="0">
              <a:buNone/>
            </a:pPr>
            <a:endParaRPr lang="nl-BE"/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55E3F22B-BDEF-494C-9716-ABD47683238C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pPr marL="0" indent="0">
              <a:buNone/>
            </a:pP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1203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69D7D5-11ED-B94F-B3FF-72321C7F89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12</a:t>
            </a:fld>
            <a:endParaRPr lang="nl-BE" dirty="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9D8054A8-F9E6-4695-BA06-663601261B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228F4A6E-CE8B-4C8A-A220-E8F1123DAD1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0FF5454-6E5C-44AD-97A4-EF2E72B45C4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90842DD4-D59F-4EB2-80B3-3D3828683EF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14C55DD1-A1D1-48CD-A642-CA816B98CB0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DB2A576B-B68D-42FF-9273-ABF1E088576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6B45DF61-18C9-435E-AD42-FCA4AFD7E7D1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pPr marL="0" indent="0">
              <a:buNone/>
            </a:pPr>
            <a:endParaRPr lang="nl-BE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C12DF4EF-A583-4B1E-B1B5-683805FDD82C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pPr marL="0" indent="0">
              <a:buNone/>
            </a:pPr>
            <a:endParaRPr lang="nl-BE"/>
          </a:p>
        </p:txBody>
      </p:sp>
      <p:sp>
        <p:nvSpPr>
          <p:cNvPr id="51" name="Content Placeholder 50">
            <a:extLst>
              <a:ext uri="{FF2B5EF4-FFF2-40B4-BE49-F238E27FC236}">
                <a16:creationId xmlns:a16="http://schemas.microsoft.com/office/drawing/2014/main" id="{E2555C00-E0B0-4458-9450-7D17B2BF0A24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pPr marL="0" indent="0">
              <a:buNone/>
            </a:pP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7111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F6BA22-824F-40FE-A499-CC99B2447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9C863-A5D5-2E4E-BD1E-C5C0C33F5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13</a:t>
            </a:fld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2E6096-A072-4D45-941F-669982616D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14010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1170F-3356-504B-BAD4-8AB40DB4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64927-07AA-A34E-B81A-C0C830D566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14</a:t>
            </a:fld>
            <a:endParaRPr lang="nl-B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927274-3ECC-B94E-A2A8-D59E1B541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BE" dirty="0"/>
          </a:p>
        </p:txBody>
      </p:sp>
      <p:graphicFrame>
        <p:nvGraphicFramePr>
          <p:cNvPr id="6" name="Tijdelijke aanduiding voor inhoud 3">
            <a:extLst>
              <a:ext uri="{FF2B5EF4-FFF2-40B4-BE49-F238E27FC236}">
                <a16:creationId xmlns:a16="http://schemas.microsoft.com/office/drawing/2014/main" id="{756CA572-D223-6A41-96C6-70F12973B382}"/>
              </a:ext>
            </a:extLst>
          </p:cNvPr>
          <p:cNvGraphicFramePr>
            <a:graphicFrameLocks noGrp="1"/>
          </p:cNvGraphicFramePr>
          <p:nvPr>
            <p:ph type="chart" sz="quarter" idx="11"/>
            <p:extLst>
              <p:ext uri="{D42A27DB-BD31-4B8C-83A1-F6EECF244321}">
                <p14:modId xmlns:p14="http://schemas.microsoft.com/office/powerpoint/2010/main" val="1915016496"/>
              </p:ext>
            </p:extLst>
          </p:nvPr>
        </p:nvGraphicFramePr>
        <p:xfrm>
          <a:off x="623888" y="2760663"/>
          <a:ext cx="10944225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20723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ijdelijke aanduiding voor afbeelding 3">
            <a:extLst>
              <a:ext uri="{FF2B5EF4-FFF2-40B4-BE49-F238E27FC236}">
                <a16:creationId xmlns:a16="http://schemas.microsoft.com/office/drawing/2014/main" id="{6B003589-6B40-C44C-96CF-47A05E8511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1554" b="1155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20315142"/>
      </p:ext>
    </p:extLst>
  </p:cSld>
  <p:clrMapOvr>
    <a:masterClrMapping/>
  </p:clrMapOvr>
</p:sld>
</file>

<file path=ppt/theme/theme1.xml><?xml version="1.0" encoding="utf-8"?>
<a:theme xmlns:a="http://schemas.openxmlformats.org/drawingml/2006/main" name="UAntwerpen-content">
  <a:themeElements>
    <a:clrScheme name="UA - OW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82A1AD"/>
      </a:accent2>
      <a:accent3>
        <a:srgbClr val="EA2C38"/>
      </a:accent3>
      <a:accent4>
        <a:srgbClr val="ADA500"/>
      </a:accent4>
      <a:accent5>
        <a:srgbClr val="AC242A"/>
      </a:accent5>
      <a:accent6>
        <a:srgbClr val="7575CB"/>
      </a:accent6>
      <a:hlink>
        <a:srgbClr val="006CA9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xtLst>
          <a:ext uri="{91240B29-F687-4f45-9708-019B960494DF}">
            <a14:hiddenLine xmlns:p="http://schemas.openxmlformats.org/presentationml/2006/main"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lIns="180000" tIns="180000" rIns="180000" bIns="180000" rtlCol="0" anchor="ctr"/>
      <a:lstStyle>
        <a:defPPr marL="0" indent="0" algn="ctr">
          <a:spcAft>
            <a:spcPts val="450"/>
          </a:spcAft>
          <a:buFont typeface="Arial" charset="0"/>
          <a:buNone/>
          <a:defRPr sz="1800" b="1" dirty="0" err="1" smtClean="0">
            <a:solidFill>
              <a:schemeClr val="bg1"/>
            </a:solidFill>
            <a:latin typeface="+mn-lt"/>
            <a:ea typeface="Verdana Regular" charset="0"/>
            <a:cs typeface="Verdana Regular" charset="0"/>
            <a:sym typeface="Securitas Sans Light" charset="0"/>
          </a:defRPr>
        </a:defPPr>
      </a:lstStyle>
    </a:spDef>
    <a:lnDef>
      <a:spPr>
        <a:ln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buFont typeface="Arial" panose="020B0604020202020204" pitchFamily="34" charset="0"/>
          <a:buNone/>
          <a:defRPr sz="2800" b="1" dirty="0" err="1" smtClean="0">
            <a:solidFill>
              <a:schemeClr val="tx1"/>
            </a:solidFill>
            <a:latin typeface="+mn-lt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dp_powerpoint" id="{FEF18948-FC9D-1340-AA00-430FBBA861E5}" vid="{591CA67A-998E-6049-B579-1B92244B0BFA}"/>
    </a:ext>
  </a:extLst>
</a:theme>
</file>

<file path=ppt/theme/theme2.xml><?xml version="1.0" encoding="utf-8"?>
<a:theme xmlns:a="http://schemas.openxmlformats.org/drawingml/2006/main" name="UAntwerpen_titleslides">
  <a:themeElements>
    <a:clrScheme name="UA - OW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82A1AD"/>
      </a:accent2>
      <a:accent3>
        <a:srgbClr val="EA2C38"/>
      </a:accent3>
      <a:accent4>
        <a:srgbClr val="ADA500"/>
      </a:accent4>
      <a:accent5>
        <a:srgbClr val="AC242A"/>
      </a:accent5>
      <a:accent6>
        <a:srgbClr val="7575CB"/>
      </a:accent6>
      <a:hlink>
        <a:srgbClr val="006CA9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7C9875C091B247AB9617006510CC43" ma:contentTypeVersion="9" ma:contentTypeDescription="Een nieuw document maken." ma:contentTypeScope="" ma:versionID="6792b0d8b1b497ec7b6f2fc518ad6b71">
  <xsd:schema xmlns:xsd="http://www.w3.org/2001/XMLSchema" xmlns:xs="http://www.w3.org/2001/XMLSchema" xmlns:p="http://schemas.microsoft.com/office/2006/metadata/properties" xmlns:ns2="a09e4e9c-009f-4841-8876-57cddbde6e17" xmlns:ns3="e4e19ae9-58fe-4993-a35b-a8a84bb511ff" targetNamespace="http://schemas.microsoft.com/office/2006/metadata/properties" ma:root="true" ma:fieldsID="4e3ada4487ef8e46945618bd17b59294" ns2:_="" ns3:_="">
    <xsd:import namespace="a09e4e9c-009f-4841-8876-57cddbde6e17"/>
    <xsd:import namespace="e4e19ae9-58fe-4993-a35b-a8a84bb511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9e4e9c-009f-4841-8876-57cddbde6e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9ae9-58fe-4993-a35b-a8a84bb511f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D6EDECA-2FC6-4CC6-BF57-774C7A66E7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449BF5-F7E1-46D5-B581-A176D4426B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9e4e9c-009f-4841-8876-57cddbde6e17"/>
    <ds:schemaRef ds:uri="e4e19ae9-58fe-4993-a35b-a8a84bb511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A93269-0A2D-4449-AFE7-E8570D6EC4C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vdp_powerpoint</Template>
  <TotalTime>4579</TotalTime>
  <Words>9</Words>
  <Application>Microsoft Office PowerPoint</Application>
  <PresentationFormat>Widescreen</PresentationFormat>
  <Paragraphs>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ITC Officina Sans Std Book</vt:lpstr>
      <vt:lpstr>Trebuchet MS</vt:lpstr>
      <vt:lpstr>Verdana</vt:lpstr>
      <vt:lpstr>Wingdings</vt:lpstr>
      <vt:lpstr>UAntwerpen-content</vt:lpstr>
      <vt:lpstr>UAntwerpen_titleslides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Anne Mediacomm</cp:lastModifiedBy>
  <cp:revision>57</cp:revision>
  <dcterms:created xsi:type="dcterms:W3CDTF">2020-12-07T09:05:54Z</dcterms:created>
  <dcterms:modified xsi:type="dcterms:W3CDTF">2021-02-15T13:45:16Z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0x010100707C9875C091B247AB9617006510CC43</vt:lpwstr>
  </property>
</Properties>
</file>