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3787" r:id="rId5"/>
  </p:sldMasterIdLst>
  <p:handoutMasterIdLst>
    <p:handoutMasterId r:id="rId9"/>
  </p:handoutMasterIdLst>
  <p:sldIdLst>
    <p:sldId id="257" r:id="rId6"/>
    <p:sldId id="256" r:id="rId7"/>
    <p:sldId id="258" r:id="rId8"/>
  </p:sldIdLst>
  <p:sldSz cx="32399288" cy="43200638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24191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4838276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725741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967654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12095686" algn="l" defTabSz="4838276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14514824" algn="l" defTabSz="4838276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16933959" algn="l" defTabSz="4838276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19353097" algn="l" defTabSz="4838276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48"/>
    <p:restoredTop sz="96405"/>
  </p:normalViewPr>
  <p:slideViewPr>
    <p:cSldViewPr snapToGrid="0" snapToObjects="1" showGuides="1">
      <p:cViewPr varScale="1">
        <p:scale>
          <a:sx n="13" d="100"/>
          <a:sy n="13" d="100"/>
        </p:scale>
        <p:origin x="278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3274" y="38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Mediacomm" userId="1f552bf8075fe0d8" providerId="LiveId" clId="{E3511CA9-03F6-4F0A-B74D-8614588E8043}"/>
    <pc:docChg chg="custSel modMainMaster">
      <pc:chgData name="Anne Mediacomm" userId="1f552bf8075fe0d8" providerId="LiveId" clId="{E3511CA9-03F6-4F0A-B74D-8614588E8043}" dt="2021-02-16T21:49:48.628" v="3"/>
      <pc:docMkLst>
        <pc:docMk/>
      </pc:docMkLst>
      <pc:sldMasterChg chg="addSp delSp modSp mod">
        <pc:chgData name="Anne Mediacomm" userId="1f552bf8075fe0d8" providerId="LiveId" clId="{E3511CA9-03F6-4F0A-B74D-8614588E8043}" dt="2021-02-16T21:49:43.516" v="1"/>
        <pc:sldMasterMkLst>
          <pc:docMk/>
          <pc:sldMasterMk cId="0" sldId="2147483777"/>
        </pc:sldMasterMkLst>
        <pc:picChg chg="del">
          <ac:chgData name="Anne Mediacomm" userId="1f552bf8075fe0d8" providerId="LiveId" clId="{E3511CA9-03F6-4F0A-B74D-8614588E8043}" dt="2021-02-16T21:49:42.558" v="0" actId="478"/>
          <ac:picMkLst>
            <pc:docMk/>
            <pc:sldMasterMk cId="0" sldId="2147483777"/>
            <ac:picMk id="5" creationId="{66AFE7E7-7607-40E6-9CEA-51C509EF5FD0}"/>
          </ac:picMkLst>
        </pc:picChg>
        <pc:picChg chg="add mod">
          <ac:chgData name="Anne Mediacomm" userId="1f552bf8075fe0d8" providerId="LiveId" clId="{E3511CA9-03F6-4F0A-B74D-8614588E8043}" dt="2021-02-16T21:49:43.516" v="1"/>
          <ac:picMkLst>
            <pc:docMk/>
            <pc:sldMasterMk cId="0" sldId="2147483777"/>
            <ac:picMk id="6" creationId="{E2A21A91-A4A8-4C7C-8D24-96C8FFF37805}"/>
          </ac:picMkLst>
        </pc:picChg>
      </pc:sldMasterChg>
      <pc:sldMasterChg chg="addSp delSp modSp mod">
        <pc:chgData name="Anne Mediacomm" userId="1f552bf8075fe0d8" providerId="LiveId" clId="{E3511CA9-03F6-4F0A-B74D-8614588E8043}" dt="2021-02-16T21:49:48.628" v="3"/>
        <pc:sldMasterMkLst>
          <pc:docMk/>
          <pc:sldMasterMk cId="2368161595" sldId="2147483787"/>
        </pc:sldMasterMkLst>
        <pc:picChg chg="del">
          <ac:chgData name="Anne Mediacomm" userId="1f552bf8075fe0d8" providerId="LiveId" clId="{E3511CA9-03F6-4F0A-B74D-8614588E8043}" dt="2021-02-16T21:49:47.871" v="2" actId="478"/>
          <ac:picMkLst>
            <pc:docMk/>
            <pc:sldMasterMk cId="2368161595" sldId="2147483787"/>
            <ac:picMk id="5" creationId="{FE4072B5-D290-4865-8A31-973DCFBF1E15}"/>
          </ac:picMkLst>
        </pc:picChg>
        <pc:picChg chg="add mod">
          <ac:chgData name="Anne Mediacomm" userId="1f552bf8075fe0d8" providerId="LiveId" clId="{E3511CA9-03F6-4F0A-B74D-8614588E8043}" dt="2021-02-16T21:49:48.628" v="3"/>
          <ac:picMkLst>
            <pc:docMk/>
            <pc:sldMasterMk cId="2368161595" sldId="2147483787"/>
            <ac:picMk id="6" creationId="{4B9EC61F-9BE3-4025-90CE-FD2099033ECE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4F4D54-DF2F-43A5-83A6-D4CBFABFA8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BB594-86B3-4ED1-A12B-345BCE7AE8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171A0-4667-4C52-AFE3-D3F1AB4B2BB5}" type="datetimeFigureOut">
              <a:rPr lang="nl-BE" smtClean="0"/>
              <a:t>16/02/2021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937D6-5203-4866-AAAD-F10BEBF336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382C-DA46-40B4-A5FC-D6F247D634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B3C25-5D86-43B8-BCDA-2F99D054F2C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48618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364151"/>
            <a:ext cx="2944812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accent2"/>
                </a:solidFill>
              </a:defRPr>
            </a:lvl1pPr>
          </a:lstStyle>
          <a:p>
            <a:r>
              <a:rPr lang="nl-BE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17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364151"/>
            <a:ext cx="2944812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accent2"/>
                </a:solidFill>
              </a:defRPr>
            </a:lvl1pPr>
          </a:lstStyle>
          <a:p>
            <a:r>
              <a:rPr lang="nl-BE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3BF76F-28E7-42CD-9403-7C79C08BCB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3812" y="6915150"/>
            <a:ext cx="14907600" cy="16116300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/>
            </a:lvl1pPr>
          </a:lstStyle>
          <a:p>
            <a:pPr lvl="0"/>
            <a:r>
              <a:rPr lang="nl-BE" noProof="0"/>
              <a:t>Click to edit Master text styles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464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18E8C73-10D8-4040-995E-FEDF690242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93813" y="1293813"/>
            <a:ext cx="29448125" cy="36723637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10974"/>
              <a:gd name="connsiteX1" fmla="*/ 10944225 w 10944225"/>
              <a:gd name="connsiteY1" fmla="*/ 8545 h 5610974"/>
              <a:gd name="connsiteX2" fmla="*/ 10944225 w 10944225"/>
              <a:gd name="connsiteY2" fmla="*/ 5609810 h 5610974"/>
              <a:gd name="connsiteX3" fmla="*/ 573312 w 10944225"/>
              <a:gd name="connsiteY3" fmla="*/ 5610974 h 5610974"/>
              <a:gd name="connsiteX4" fmla="*/ 202263 w 10944225"/>
              <a:gd name="connsiteY4" fmla="*/ 5604665 h 5610974"/>
              <a:gd name="connsiteX5" fmla="*/ 0 w 10944225"/>
              <a:gd name="connsiteY5" fmla="*/ 5356497 h 5610974"/>
              <a:gd name="connsiteX6" fmla="*/ 8545 w 10944225"/>
              <a:gd name="connsiteY6" fmla="*/ 0 h 5610974"/>
              <a:gd name="connsiteX0" fmla="*/ 8545 w 10944225"/>
              <a:gd name="connsiteY0" fmla="*/ 0 h 5647058"/>
              <a:gd name="connsiteX1" fmla="*/ 10944225 w 10944225"/>
              <a:gd name="connsiteY1" fmla="*/ 8545 h 5647058"/>
              <a:gd name="connsiteX2" fmla="*/ 10944225 w 10944225"/>
              <a:gd name="connsiteY2" fmla="*/ 5609810 h 5647058"/>
              <a:gd name="connsiteX3" fmla="*/ 751724 w 10944225"/>
              <a:gd name="connsiteY3" fmla="*/ 5647058 h 5647058"/>
              <a:gd name="connsiteX4" fmla="*/ 202263 w 10944225"/>
              <a:gd name="connsiteY4" fmla="*/ 5604665 h 5647058"/>
              <a:gd name="connsiteX5" fmla="*/ 0 w 10944225"/>
              <a:gd name="connsiteY5" fmla="*/ 5356497 h 5647058"/>
              <a:gd name="connsiteX6" fmla="*/ 8545 w 10944225"/>
              <a:gd name="connsiteY6" fmla="*/ 0 h 5647058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8 w 10944228"/>
              <a:gd name="connsiteY0" fmla="*/ 0 h 5609810"/>
              <a:gd name="connsiteX1" fmla="*/ 10944228 w 10944228"/>
              <a:gd name="connsiteY1" fmla="*/ 8545 h 5609810"/>
              <a:gd name="connsiteX2" fmla="*/ 10944228 w 10944228"/>
              <a:gd name="connsiteY2" fmla="*/ 5609810 h 5609810"/>
              <a:gd name="connsiteX3" fmla="*/ 794206 w 10944228"/>
              <a:gd name="connsiteY3" fmla="*/ 5608646 h 5609810"/>
              <a:gd name="connsiteX4" fmla="*/ 595904 w 10944228"/>
              <a:gd name="connsiteY4" fmla="*/ 5605829 h 5609810"/>
              <a:gd name="connsiteX5" fmla="*/ 3 w 10944228"/>
              <a:gd name="connsiteY5" fmla="*/ 5356497 h 5609810"/>
              <a:gd name="connsiteX6" fmla="*/ 8548 w 10944228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601565 w 10944225"/>
              <a:gd name="connsiteY4" fmla="*/ 5609321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601565 w 10944225"/>
              <a:gd name="connsiteY3" fmla="*/ 5609321 h 5609810"/>
              <a:gd name="connsiteX4" fmla="*/ 0 w 10944225"/>
              <a:gd name="connsiteY4" fmla="*/ 5356497 h 5609810"/>
              <a:gd name="connsiteX5" fmla="*/ 8545 w 10944225"/>
              <a:gd name="connsiteY5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601565" y="5609321"/>
                </a:lnTo>
                <a:cubicBezTo>
                  <a:pt x="287899" y="56101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wilt toevoegen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163" y="3554963"/>
            <a:ext cx="2595794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bg1"/>
                </a:solidFill>
              </a:defRPr>
            </a:lvl1pPr>
          </a:lstStyle>
          <a:p>
            <a:r>
              <a:rPr lang="nl-BE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4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18E8C73-10D8-4040-995E-FEDF690242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93813" y="1293813"/>
            <a:ext cx="29448125" cy="36723637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10974"/>
              <a:gd name="connsiteX1" fmla="*/ 10944225 w 10944225"/>
              <a:gd name="connsiteY1" fmla="*/ 8545 h 5610974"/>
              <a:gd name="connsiteX2" fmla="*/ 10944225 w 10944225"/>
              <a:gd name="connsiteY2" fmla="*/ 5609810 h 5610974"/>
              <a:gd name="connsiteX3" fmla="*/ 573312 w 10944225"/>
              <a:gd name="connsiteY3" fmla="*/ 5610974 h 5610974"/>
              <a:gd name="connsiteX4" fmla="*/ 202263 w 10944225"/>
              <a:gd name="connsiteY4" fmla="*/ 5604665 h 5610974"/>
              <a:gd name="connsiteX5" fmla="*/ 0 w 10944225"/>
              <a:gd name="connsiteY5" fmla="*/ 5356497 h 5610974"/>
              <a:gd name="connsiteX6" fmla="*/ 8545 w 10944225"/>
              <a:gd name="connsiteY6" fmla="*/ 0 h 5610974"/>
              <a:gd name="connsiteX0" fmla="*/ 8545 w 10944225"/>
              <a:gd name="connsiteY0" fmla="*/ 0 h 5647058"/>
              <a:gd name="connsiteX1" fmla="*/ 10944225 w 10944225"/>
              <a:gd name="connsiteY1" fmla="*/ 8545 h 5647058"/>
              <a:gd name="connsiteX2" fmla="*/ 10944225 w 10944225"/>
              <a:gd name="connsiteY2" fmla="*/ 5609810 h 5647058"/>
              <a:gd name="connsiteX3" fmla="*/ 751724 w 10944225"/>
              <a:gd name="connsiteY3" fmla="*/ 5647058 h 5647058"/>
              <a:gd name="connsiteX4" fmla="*/ 202263 w 10944225"/>
              <a:gd name="connsiteY4" fmla="*/ 5604665 h 5647058"/>
              <a:gd name="connsiteX5" fmla="*/ 0 w 10944225"/>
              <a:gd name="connsiteY5" fmla="*/ 5356497 h 5647058"/>
              <a:gd name="connsiteX6" fmla="*/ 8545 w 10944225"/>
              <a:gd name="connsiteY6" fmla="*/ 0 h 5647058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8 w 10944228"/>
              <a:gd name="connsiteY0" fmla="*/ 0 h 5609810"/>
              <a:gd name="connsiteX1" fmla="*/ 10944228 w 10944228"/>
              <a:gd name="connsiteY1" fmla="*/ 8545 h 5609810"/>
              <a:gd name="connsiteX2" fmla="*/ 10944228 w 10944228"/>
              <a:gd name="connsiteY2" fmla="*/ 5609810 h 5609810"/>
              <a:gd name="connsiteX3" fmla="*/ 794206 w 10944228"/>
              <a:gd name="connsiteY3" fmla="*/ 5608646 h 5609810"/>
              <a:gd name="connsiteX4" fmla="*/ 595904 w 10944228"/>
              <a:gd name="connsiteY4" fmla="*/ 5605829 h 5609810"/>
              <a:gd name="connsiteX5" fmla="*/ 3 w 10944228"/>
              <a:gd name="connsiteY5" fmla="*/ 5356497 h 5609810"/>
              <a:gd name="connsiteX6" fmla="*/ 8548 w 10944228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601565 w 10944225"/>
              <a:gd name="connsiteY4" fmla="*/ 5609321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601565 w 10944225"/>
              <a:gd name="connsiteY3" fmla="*/ 5609321 h 5609810"/>
              <a:gd name="connsiteX4" fmla="*/ 0 w 10944225"/>
              <a:gd name="connsiteY4" fmla="*/ 5356497 h 5609810"/>
              <a:gd name="connsiteX5" fmla="*/ 8545 w 10944225"/>
              <a:gd name="connsiteY5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601565" y="5609321"/>
                </a:lnTo>
                <a:cubicBezTo>
                  <a:pt x="287899" y="56101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wilt toevoegen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163" y="3554963"/>
            <a:ext cx="2595794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bg1"/>
                </a:solidFill>
              </a:defRPr>
            </a:lvl1pPr>
          </a:lstStyle>
          <a:p>
            <a:r>
              <a:rPr lang="nl-BE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2D871-6437-400C-8CF8-DBC1FFB78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51163" y="9072563"/>
            <a:ext cx="14907600" cy="16117200"/>
          </a:xfrm>
          <a:solidFill>
            <a:schemeClr val="accent2">
              <a:alpha val="75000"/>
            </a:schemeClr>
          </a:solidFill>
        </p:spPr>
        <p:txBody>
          <a:bodyPr/>
          <a:lstStyle/>
          <a:p>
            <a:pPr lvl="0"/>
            <a:r>
              <a:rPr lang="nl-BE" noProof="0"/>
              <a:t>Click to edit Master text styles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3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364151"/>
            <a:ext cx="2944812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986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364151"/>
            <a:ext cx="2944812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3BF76F-28E7-42CD-9403-7C79C08BCB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3812" y="6915150"/>
            <a:ext cx="14907600" cy="16116300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9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18E8C73-10D8-4040-995E-FEDF690242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93813" y="1293813"/>
            <a:ext cx="29448125" cy="36723637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10974"/>
              <a:gd name="connsiteX1" fmla="*/ 10944225 w 10944225"/>
              <a:gd name="connsiteY1" fmla="*/ 8545 h 5610974"/>
              <a:gd name="connsiteX2" fmla="*/ 10944225 w 10944225"/>
              <a:gd name="connsiteY2" fmla="*/ 5609810 h 5610974"/>
              <a:gd name="connsiteX3" fmla="*/ 573312 w 10944225"/>
              <a:gd name="connsiteY3" fmla="*/ 5610974 h 5610974"/>
              <a:gd name="connsiteX4" fmla="*/ 202263 w 10944225"/>
              <a:gd name="connsiteY4" fmla="*/ 5604665 h 5610974"/>
              <a:gd name="connsiteX5" fmla="*/ 0 w 10944225"/>
              <a:gd name="connsiteY5" fmla="*/ 5356497 h 5610974"/>
              <a:gd name="connsiteX6" fmla="*/ 8545 w 10944225"/>
              <a:gd name="connsiteY6" fmla="*/ 0 h 5610974"/>
              <a:gd name="connsiteX0" fmla="*/ 8545 w 10944225"/>
              <a:gd name="connsiteY0" fmla="*/ 0 h 5647058"/>
              <a:gd name="connsiteX1" fmla="*/ 10944225 w 10944225"/>
              <a:gd name="connsiteY1" fmla="*/ 8545 h 5647058"/>
              <a:gd name="connsiteX2" fmla="*/ 10944225 w 10944225"/>
              <a:gd name="connsiteY2" fmla="*/ 5609810 h 5647058"/>
              <a:gd name="connsiteX3" fmla="*/ 751724 w 10944225"/>
              <a:gd name="connsiteY3" fmla="*/ 5647058 h 5647058"/>
              <a:gd name="connsiteX4" fmla="*/ 202263 w 10944225"/>
              <a:gd name="connsiteY4" fmla="*/ 5604665 h 5647058"/>
              <a:gd name="connsiteX5" fmla="*/ 0 w 10944225"/>
              <a:gd name="connsiteY5" fmla="*/ 5356497 h 5647058"/>
              <a:gd name="connsiteX6" fmla="*/ 8545 w 10944225"/>
              <a:gd name="connsiteY6" fmla="*/ 0 h 5647058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8 w 10944228"/>
              <a:gd name="connsiteY0" fmla="*/ 0 h 5609810"/>
              <a:gd name="connsiteX1" fmla="*/ 10944228 w 10944228"/>
              <a:gd name="connsiteY1" fmla="*/ 8545 h 5609810"/>
              <a:gd name="connsiteX2" fmla="*/ 10944228 w 10944228"/>
              <a:gd name="connsiteY2" fmla="*/ 5609810 h 5609810"/>
              <a:gd name="connsiteX3" fmla="*/ 794206 w 10944228"/>
              <a:gd name="connsiteY3" fmla="*/ 5608646 h 5609810"/>
              <a:gd name="connsiteX4" fmla="*/ 595904 w 10944228"/>
              <a:gd name="connsiteY4" fmla="*/ 5605829 h 5609810"/>
              <a:gd name="connsiteX5" fmla="*/ 3 w 10944228"/>
              <a:gd name="connsiteY5" fmla="*/ 5356497 h 5609810"/>
              <a:gd name="connsiteX6" fmla="*/ 8548 w 10944228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601565 w 10944225"/>
              <a:gd name="connsiteY4" fmla="*/ 5609321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601565 w 10944225"/>
              <a:gd name="connsiteY3" fmla="*/ 5609321 h 5609810"/>
              <a:gd name="connsiteX4" fmla="*/ 0 w 10944225"/>
              <a:gd name="connsiteY4" fmla="*/ 5356497 h 5609810"/>
              <a:gd name="connsiteX5" fmla="*/ 8545 w 10944225"/>
              <a:gd name="connsiteY5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601565" y="5609321"/>
                </a:lnTo>
                <a:cubicBezTo>
                  <a:pt x="287899" y="56101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163" y="3554963"/>
            <a:ext cx="2595794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800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18E8C73-10D8-4040-995E-FEDF690242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93813" y="1293813"/>
            <a:ext cx="29448125" cy="36723637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10974"/>
              <a:gd name="connsiteX1" fmla="*/ 10944225 w 10944225"/>
              <a:gd name="connsiteY1" fmla="*/ 8545 h 5610974"/>
              <a:gd name="connsiteX2" fmla="*/ 10944225 w 10944225"/>
              <a:gd name="connsiteY2" fmla="*/ 5609810 h 5610974"/>
              <a:gd name="connsiteX3" fmla="*/ 573312 w 10944225"/>
              <a:gd name="connsiteY3" fmla="*/ 5610974 h 5610974"/>
              <a:gd name="connsiteX4" fmla="*/ 202263 w 10944225"/>
              <a:gd name="connsiteY4" fmla="*/ 5604665 h 5610974"/>
              <a:gd name="connsiteX5" fmla="*/ 0 w 10944225"/>
              <a:gd name="connsiteY5" fmla="*/ 5356497 h 5610974"/>
              <a:gd name="connsiteX6" fmla="*/ 8545 w 10944225"/>
              <a:gd name="connsiteY6" fmla="*/ 0 h 5610974"/>
              <a:gd name="connsiteX0" fmla="*/ 8545 w 10944225"/>
              <a:gd name="connsiteY0" fmla="*/ 0 h 5647058"/>
              <a:gd name="connsiteX1" fmla="*/ 10944225 w 10944225"/>
              <a:gd name="connsiteY1" fmla="*/ 8545 h 5647058"/>
              <a:gd name="connsiteX2" fmla="*/ 10944225 w 10944225"/>
              <a:gd name="connsiteY2" fmla="*/ 5609810 h 5647058"/>
              <a:gd name="connsiteX3" fmla="*/ 751724 w 10944225"/>
              <a:gd name="connsiteY3" fmla="*/ 5647058 h 5647058"/>
              <a:gd name="connsiteX4" fmla="*/ 202263 w 10944225"/>
              <a:gd name="connsiteY4" fmla="*/ 5604665 h 5647058"/>
              <a:gd name="connsiteX5" fmla="*/ 0 w 10944225"/>
              <a:gd name="connsiteY5" fmla="*/ 5356497 h 5647058"/>
              <a:gd name="connsiteX6" fmla="*/ 8545 w 10944225"/>
              <a:gd name="connsiteY6" fmla="*/ 0 h 5647058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8 w 10944228"/>
              <a:gd name="connsiteY0" fmla="*/ 0 h 5609810"/>
              <a:gd name="connsiteX1" fmla="*/ 10944228 w 10944228"/>
              <a:gd name="connsiteY1" fmla="*/ 8545 h 5609810"/>
              <a:gd name="connsiteX2" fmla="*/ 10944228 w 10944228"/>
              <a:gd name="connsiteY2" fmla="*/ 5609810 h 5609810"/>
              <a:gd name="connsiteX3" fmla="*/ 794206 w 10944228"/>
              <a:gd name="connsiteY3" fmla="*/ 5608646 h 5609810"/>
              <a:gd name="connsiteX4" fmla="*/ 595904 w 10944228"/>
              <a:gd name="connsiteY4" fmla="*/ 5605829 h 5609810"/>
              <a:gd name="connsiteX5" fmla="*/ 3 w 10944228"/>
              <a:gd name="connsiteY5" fmla="*/ 5356497 h 5609810"/>
              <a:gd name="connsiteX6" fmla="*/ 8548 w 10944228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595901 w 10944225"/>
              <a:gd name="connsiteY4" fmla="*/ 5605829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794203 w 10944225"/>
              <a:gd name="connsiteY3" fmla="*/ 5608646 h 5609810"/>
              <a:gd name="connsiteX4" fmla="*/ 601565 w 10944225"/>
              <a:gd name="connsiteY4" fmla="*/ 5609321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601565 w 10944225"/>
              <a:gd name="connsiteY3" fmla="*/ 5609321 h 5609810"/>
              <a:gd name="connsiteX4" fmla="*/ 0 w 10944225"/>
              <a:gd name="connsiteY4" fmla="*/ 5356497 h 5609810"/>
              <a:gd name="connsiteX5" fmla="*/ 8545 w 10944225"/>
              <a:gd name="connsiteY5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601565" y="5609321"/>
                </a:lnTo>
                <a:cubicBezTo>
                  <a:pt x="287899" y="56101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CF9ACD-CFEF-4FDD-900E-DCB8D82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163" y="3554963"/>
            <a:ext cx="25957945" cy="3256450"/>
          </a:xfrm>
          <a:prstGeom prst="rect">
            <a:avLst/>
          </a:prstGeom>
        </p:spPr>
        <p:txBody>
          <a:bodyPr/>
          <a:lstStyle>
            <a:lvl1pPr>
              <a:defRPr sz="1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2D871-6437-400C-8CF8-DBC1FFB78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51163" y="9072563"/>
            <a:ext cx="14907600" cy="16117200"/>
          </a:xfrm>
          <a:solidFill>
            <a:schemeClr val="accent2">
              <a:alpha val="75000"/>
            </a:schemeClr>
          </a:solidFill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43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3B206-1996-471C-AFD3-80D77F5F8A82}"/>
              </a:ext>
            </a:extLst>
          </p:cNvPr>
          <p:cNvSpPr/>
          <p:nvPr userDrawn="1"/>
        </p:nvSpPr>
        <p:spPr bwMode="auto">
          <a:xfrm>
            <a:off x="0" y="38017450"/>
            <a:ext cx="32399288" cy="518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noProof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D37A5-4379-4AE5-8052-458311EC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5758" y="6915151"/>
            <a:ext cx="14883886" cy="16116300"/>
          </a:xfrm>
          <a:prstGeom prst="roundRect">
            <a:avLst>
              <a:gd name="adj" fmla="val 3881"/>
            </a:avLst>
          </a:prstGeom>
          <a:solidFill>
            <a:schemeClr val="accent2"/>
          </a:solidFill>
        </p:spPr>
        <p:txBody>
          <a:bodyPr vert="horz" lIns="540000" tIns="540000" rIns="540000" bIns="540000" rtlCol="0">
            <a:noAutofit/>
          </a:bodyPr>
          <a:lstStyle/>
          <a:p>
            <a:pPr lvl="0"/>
            <a:r>
              <a:rPr lang="nl-BE" noProof="0"/>
              <a:t>Click to edit Master text styles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E2A21A91-A4A8-4C7C-8D24-96C8FFF378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93813" y="39312000"/>
            <a:ext cx="10355800" cy="259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80" r:id="rId2"/>
    <p:sldLayoutId id="2147483779" r:id="rId3"/>
    <p:sldLayoutId id="2147483781" r:id="rId4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lang="en-US" sz="7200" b="1" i="0" kern="1200" dirty="0" smtClean="0">
          <a:solidFill>
            <a:schemeClr val="bg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1047740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52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2pPr>
      <a:lvl3pPr marL="1396982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52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3pPr>
      <a:lvl4pPr marL="1761039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48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4pPr>
      <a:lvl5pPr marL="2008680" indent="-5715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nl-BE" sz="3600" kern="1200" dirty="0">
          <a:solidFill>
            <a:schemeClr val="bg1"/>
          </a:solidFill>
          <a:latin typeface="+mn-lt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5" userDrawn="1">
          <p15:clr>
            <a:srgbClr val="F26B43"/>
          </p15:clr>
        </p15:guide>
        <p15:guide id="2" pos="19365" userDrawn="1">
          <p15:clr>
            <a:srgbClr val="F26B43"/>
          </p15:clr>
        </p15:guide>
        <p15:guide id="4" orient="horz" pos="26398" userDrawn="1">
          <p15:clr>
            <a:srgbClr val="F26B43"/>
          </p15:clr>
        </p15:guide>
        <p15:guide id="5" orient="horz" pos="24765" userDrawn="1">
          <p15:clr>
            <a:srgbClr val="F26B43"/>
          </p15:clr>
        </p15:guide>
        <p15:guide id="6" orient="horz" pos="23948" userDrawn="1">
          <p15:clr>
            <a:srgbClr val="F26B43"/>
          </p15:clr>
        </p15:guide>
        <p15:guide id="7" orient="horz" pos="81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3B206-1996-471C-AFD3-80D77F5F8A82}"/>
              </a:ext>
            </a:extLst>
          </p:cNvPr>
          <p:cNvSpPr/>
          <p:nvPr userDrawn="1"/>
        </p:nvSpPr>
        <p:spPr bwMode="auto">
          <a:xfrm>
            <a:off x="0" y="38017450"/>
            <a:ext cx="32399288" cy="518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en-US" sz="1600" noProof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D37A5-4379-4AE5-8052-458311EC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5758" y="6915151"/>
            <a:ext cx="14883886" cy="16116300"/>
          </a:xfrm>
          <a:prstGeom prst="roundRect">
            <a:avLst>
              <a:gd name="adj" fmla="val 3881"/>
            </a:avLst>
          </a:prstGeom>
          <a:solidFill>
            <a:schemeClr val="accent2"/>
          </a:solidFill>
        </p:spPr>
        <p:txBody>
          <a:bodyPr vert="horz" lIns="540000" tIns="540000" rIns="540000" bIns="540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B9EC61F-9BE3-4025-90CE-FD2099033EC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93813" y="39312000"/>
            <a:ext cx="10088109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6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lang="en-US" sz="7200" b="1" i="0" kern="1200" dirty="0" smtClean="0">
          <a:solidFill>
            <a:schemeClr val="bg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1047740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52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2pPr>
      <a:lvl3pPr marL="1396982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52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3pPr>
      <a:lvl4pPr marL="1761039" indent="-6858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en-US" sz="4800" kern="1200" dirty="0" smtClean="0">
          <a:solidFill>
            <a:schemeClr val="bg1"/>
          </a:solidFill>
          <a:latin typeface="+mn-lt"/>
          <a:ea typeface="Verdana" charset="0"/>
          <a:cs typeface="Verdana" charset="0"/>
        </a:defRPr>
      </a:lvl4pPr>
      <a:lvl5pPr marL="2008680" indent="-571500" algn="l" defTabSz="1217054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lang="nl-BE" sz="3600" kern="1200" dirty="0">
          <a:solidFill>
            <a:schemeClr val="bg1"/>
          </a:solidFill>
          <a:latin typeface="+mn-lt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5" userDrawn="1">
          <p15:clr>
            <a:srgbClr val="F26B43"/>
          </p15:clr>
        </p15:guide>
        <p15:guide id="2" pos="19365" userDrawn="1">
          <p15:clr>
            <a:srgbClr val="F26B43"/>
          </p15:clr>
        </p15:guide>
        <p15:guide id="4" orient="horz" pos="26398" userDrawn="1">
          <p15:clr>
            <a:srgbClr val="F26B43"/>
          </p15:clr>
        </p15:guide>
        <p15:guide id="5" orient="horz" pos="24765" userDrawn="1">
          <p15:clr>
            <a:srgbClr val="F26B43"/>
          </p15:clr>
        </p15:guide>
        <p15:guide id="6" orient="horz" pos="23948" userDrawn="1">
          <p15:clr>
            <a:srgbClr val="F26B43"/>
          </p15:clr>
        </p15:guide>
        <p15:guide id="7" orient="horz" pos="8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00E0C-8B13-424D-8FBC-179F0EB6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chemeClr val="accent2"/>
                </a:solidFill>
              </a:rPr>
              <a:t>Titel poster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D3A86-6605-408E-85BA-7B93414D0BC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93813" y="6915150"/>
            <a:ext cx="14906625" cy="10250632"/>
          </a:xfrm>
        </p:spPr>
        <p:txBody>
          <a:bodyPr/>
          <a:lstStyle/>
          <a:p>
            <a:r>
              <a:rPr lang="nl-BE" dirty="0"/>
              <a:t>Hier kan je tekst invoegen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 dirty="0"/>
              <a:t>Blijf steeds binnen de marges van de poster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 dirty="0"/>
              <a:t>Plaats geen tekst of afbeeldingen over het logo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 dirty="0"/>
              <a:t>Pas deze kader aan naargelang de lengte van uw tekst</a:t>
            </a:r>
          </a:p>
        </p:txBody>
      </p:sp>
    </p:spTree>
    <p:extLst>
      <p:ext uri="{BB962C8B-B14F-4D97-AF65-F5344CB8AC3E}">
        <p14:creationId xmlns:p14="http://schemas.microsoft.com/office/powerpoint/2010/main" val="192590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82E3762-989A-4891-89AB-ACB416842F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72000"/>
          </a:blip>
          <a:srcRect l="10096" r="36446"/>
          <a:stretch/>
        </p:blipFill>
        <p:spPr>
          <a:xfrm>
            <a:off x="1293813" y="1293813"/>
            <a:ext cx="29448125" cy="36723637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D6DFD2B-F570-4780-8991-D7448C45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378" y="3554963"/>
            <a:ext cx="25957945" cy="3256450"/>
          </a:xfrm>
        </p:spPr>
        <p:txBody>
          <a:bodyPr/>
          <a:lstStyle/>
          <a:p>
            <a:r>
              <a:rPr lang="nl-BE"/>
              <a:t>Titel Poster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093BB7-8DCE-4F52-811A-E58FA4F871D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085975" y="17584738"/>
            <a:ext cx="12973050" cy="18849975"/>
          </a:xfrm>
          <a:prstGeom prst="roundRect">
            <a:avLst>
              <a:gd name="adj" fmla="val 11447"/>
            </a:avLst>
          </a:prstGeom>
          <a:solidFill>
            <a:schemeClr val="accent2">
              <a:alpha val="90000"/>
            </a:schemeClr>
          </a:solidFill>
        </p:spPr>
        <p:txBody>
          <a:bodyPr/>
          <a:lstStyle/>
          <a:p>
            <a:r>
              <a:rPr lang="nl-BE"/>
              <a:t>Hier kan je tekst invoegen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/>
              <a:t>Blijf steeds binnen de marges van de poster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/>
              <a:t>Plaats geen tekst of afbeeldingen over het logo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/>
              <a:t>Pas deze kader aan naargelang de lengte van uw tekst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/>
              <a:t>De tekst moet leesbaar blijven dus kijk uit met de transparantie</a:t>
            </a:r>
          </a:p>
          <a:p>
            <a:pPr marL="857250" indent="-8572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nl-BE"/>
              <a:t>Verplaats deze kader ten opzichte van uw gekozen afbeelding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7021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8EE231E-2E01-4AE2-B266-6E77AD645E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BFA301-7EA1-4956-AE3B-ED780A09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English version</a:t>
            </a:r>
          </a:p>
        </p:txBody>
      </p:sp>
    </p:spTree>
    <p:extLst>
      <p:ext uri="{BB962C8B-B14F-4D97-AF65-F5344CB8AC3E}">
        <p14:creationId xmlns:p14="http://schemas.microsoft.com/office/powerpoint/2010/main" val="1016067313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-NED">
  <a:themeElements>
    <a:clrScheme name="UA - OW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82A1AD"/>
      </a:accent2>
      <a:accent3>
        <a:srgbClr val="EA2C38"/>
      </a:accent3>
      <a:accent4>
        <a:srgbClr val="ADA500"/>
      </a:accent4>
      <a:accent5>
        <a:srgbClr val="AC242A"/>
      </a:accent5>
      <a:accent6>
        <a:srgbClr val="7575CB"/>
      </a:accent6>
      <a:hlink>
        <a:srgbClr val="006CA9"/>
      </a:hlink>
      <a:folHlink>
        <a:srgbClr val="B1009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effectLst>
          <a:softEdge rad="0"/>
        </a:effectLst>
        <a:extLst>
          <a:ext uri="{91240B29-F687-4f45-9708-019B960494DF}">
            <a14:hiddenLine xmlns:p="http://schemas.openxmlformats.org/presentationml/2006/main"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540000" tIns="540000" rIns="540000" bIns="540000" rtlCol="0" anchor="t">
        <a:noAutofit/>
      </a:bodyPr>
      <a:lstStyle>
        <a:defPPr algn="l">
          <a:defRPr sz="7200" b="1" dirty="0" smtClean="0">
            <a:solidFill>
              <a:schemeClr val="bg1"/>
            </a:solidFill>
            <a:latin typeface="+mj-lt"/>
            <a:ea typeface="Verdana" charset="0"/>
            <a:cs typeface="Calibri Light" panose="020F0302020204030204" pitchFamily="34" charset="0"/>
            <a:sym typeface="Securitas Sans Light" charset="0"/>
          </a:defRPr>
        </a:defPPr>
      </a:lstStyle>
    </a:spDef>
    <a:lnDef>
      <a:spPr>
        <a:ln w="152400" cap="rnd">
          <a:solidFill>
            <a:schemeClr val="accent2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effectLst>
          <a:softEdge rad="0"/>
        </a:effectLst>
      </a:spPr>
      <a:bodyPr wrap="square" lIns="540000" tIns="540000" rIns="540000" bIns="540000" rtlCol="0">
        <a:noAutofit/>
      </a:bodyPr>
      <a:lstStyle>
        <a:defPPr algn="l">
          <a:defRPr sz="7200" b="1" dirty="0" smtClean="0">
            <a:latin typeface="+mj-lt"/>
            <a:ea typeface="Verdana" charset="0"/>
            <a:cs typeface="Calibri Light" panose="020F03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Poster-ENG">
  <a:themeElements>
    <a:clrScheme name="UA - OW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82A1AD"/>
      </a:accent2>
      <a:accent3>
        <a:srgbClr val="EA2C38"/>
      </a:accent3>
      <a:accent4>
        <a:srgbClr val="ADA500"/>
      </a:accent4>
      <a:accent5>
        <a:srgbClr val="AC242A"/>
      </a:accent5>
      <a:accent6>
        <a:srgbClr val="7575CB"/>
      </a:accent6>
      <a:hlink>
        <a:srgbClr val="006CA9"/>
      </a:hlink>
      <a:folHlink>
        <a:srgbClr val="B1009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effectLst>
          <a:softEdge rad="0"/>
        </a:effectLst>
        <a:extLst>
          <a:ext uri="{91240B29-F687-4f45-9708-019B960494DF}">
            <a14:hiddenLine xmlns:p="http://schemas.openxmlformats.org/presentationml/2006/main"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540000" tIns="540000" rIns="540000" bIns="540000" rtlCol="0" anchor="t">
        <a:noAutofit/>
      </a:bodyPr>
      <a:lstStyle>
        <a:defPPr algn="l">
          <a:defRPr sz="7200" b="1" dirty="0" err="1" smtClean="0">
            <a:solidFill>
              <a:schemeClr val="bg1"/>
            </a:solidFill>
            <a:latin typeface="+mj-lt"/>
            <a:ea typeface="Verdana" charset="0"/>
            <a:cs typeface="Calibri Light" panose="020F0302020204030204" pitchFamily="34" charset="0"/>
            <a:sym typeface="Securitas Sans Light" charset="0"/>
          </a:defRPr>
        </a:defPPr>
      </a:lstStyle>
    </a:spDef>
    <a:lnDef>
      <a:spPr>
        <a:ln w="152400" cap="rnd">
          <a:solidFill>
            <a:schemeClr val="accent2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effectLst>
          <a:softEdge rad="0"/>
        </a:effectLst>
      </a:spPr>
      <a:bodyPr wrap="square" lIns="540000" tIns="540000" rIns="540000" bIns="540000" rtlCol="0">
        <a:noAutofit/>
      </a:bodyPr>
      <a:lstStyle>
        <a:defPPr algn="l">
          <a:defRPr sz="7200" b="1" dirty="0" smtClean="0">
            <a:latin typeface="+mj-lt"/>
            <a:ea typeface="Verdana" charset="0"/>
            <a:cs typeface="Calibri Light" panose="020F03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5DBE7A-5D2F-4A40-8080-E2CB5A299D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6D198-2089-4FD6-89CB-3E8060DDEC2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C67D429-E318-40BE-AF26-CCF784FE1E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450</TotalTime>
  <Words>88</Words>
  <Application>Microsoft Office PowerPoint</Application>
  <PresentationFormat>Custom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Trebuchet MS</vt:lpstr>
      <vt:lpstr>Verdana</vt:lpstr>
      <vt:lpstr>Wingdings</vt:lpstr>
      <vt:lpstr>Poster-NED</vt:lpstr>
      <vt:lpstr>Poster-ENG</vt:lpstr>
      <vt:lpstr>Titel poster</vt:lpstr>
      <vt:lpstr>Titel Poster</vt:lpstr>
      <vt:lpstr>English 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Anne Mediacomm</cp:lastModifiedBy>
  <cp:revision>55</cp:revision>
  <dcterms:created xsi:type="dcterms:W3CDTF">2020-12-07T09:05:54Z</dcterms:created>
  <dcterms:modified xsi:type="dcterms:W3CDTF">2021-02-16T21:49:51Z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</Properties>
</file>